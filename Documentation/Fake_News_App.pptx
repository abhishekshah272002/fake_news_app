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embeddedFontLst>
    <p:embeddedFont>
      <p:font typeface="Libre Franklin"/>
      <p:regular r:id="rId17"/>
      <p:bold r:id="rId18"/>
      <p:italic r:id="rId19"/>
      <p:boldItalic r:id="rId20"/>
    </p:embeddedFont>
    <p:embeddedFont>
      <p:font typeface="Franklin Gothic"/>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gCJPj3fAyt7tgAeoNLiCaiJDBt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LibreFranklin-boldItalic.fntdata"/><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font" Target="fonts/FranklinGothic-bold.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LibreFranklin-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LibreFranklin-italic.fntdata"/><Relationship Id="rId6" Type="http://schemas.openxmlformats.org/officeDocument/2006/relationships/slide" Target="slides/slide2.xml"/><Relationship Id="rId18" Type="http://schemas.openxmlformats.org/officeDocument/2006/relationships/font" Target="fonts/LibreFranklin-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14"/>
          <p:cNvSpPr/>
          <p:nvPr/>
        </p:nvSpPr>
        <p:spPr>
          <a:xfrm>
            <a:off x="446534" y="3085764"/>
            <a:ext cx="11298932" cy="3338149"/>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4"/>
          <p:cNvSpPr txBox="1"/>
          <p:nvPr>
            <p:ph type="ctrTitle"/>
          </p:nvPr>
        </p:nvSpPr>
        <p:spPr>
          <a:xfrm>
            <a:off x="581191" y="1020431"/>
            <a:ext cx="10993549" cy="147501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3600"/>
              <a:buFont typeface="Franklin Gothic"/>
              <a:buNone/>
              <a:defRPr sz="3600">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4"/>
          <p:cNvSpPr txBox="1"/>
          <p:nvPr>
            <p:ph idx="1" type="subTitle"/>
          </p:nvPr>
        </p:nvSpPr>
        <p:spPr>
          <a:xfrm>
            <a:off x="581194" y="2495445"/>
            <a:ext cx="10993546" cy="590321"/>
          </a:xfrm>
          <a:prstGeom prst="rect">
            <a:avLst/>
          </a:prstGeom>
          <a:noFill/>
          <a:ln>
            <a:noFill/>
          </a:ln>
        </p:spPr>
        <p:txBody>
          <a:bodyPr anchorCtr="0" anchor="t" bIns="45700" lIns="91425" spcFirstLastPara="1" rIns="91425" wrap="square" tIns="45700">
            <a:normAutofit/>
          </a:bodyPr>
          <a:lstStyle>
            <a:lvl1pPr lvl="0" algn="l">
              <a:lnSpc>
                <a:spcPct val="110000"/>
              </a:lnSpc>
              <a:spcBef>
                <a:spcPts val="320"/>
              </a:spcBef>
              <a:spcAft>
                <a:spcPts val="0"/>
              </a:spcAft>
              <a:buSzPts val="1472"/>
              <a:buNone/>
              <a:defRPr sz="1600" cap="none">
                <a:solidFill>
                  <a:schemeClr val="accent1"/>
                </a:solidFill>
              </a:defRPr>
            </a:lvl1pPr>
            <a:lvl2pPr lvl="1" algn="ctr">
              <a:spcBef>
                <a:spcPts val="600"/>
              </a:spcBef>
              <a:spcAft>
                <a:spcPts val="0"/>
              </a:spcAft>
              <a:buSzPts val="1288"/>
              <a:buNone/>
              <a:defRPr>
                <a:solidFill>
                  <a:srgbClr val="888888"/>
                </a:solidFill>
              </a:defRPr>
            </a:lvl2pPr>
            <a:lvl3pPr lvl="2" algn="ctr">
              <a:spcBef>
                <a:spcPts val="600"/>
              </a:spcBef>
              <a:spcAft>
                <a:spcPts val="0"/>
              </a:spcAft>
              <a:buSzPts val="1196"/>
              <a:buNone/>
              <a:defRPr>
                <a:solidFill>
                  <a:srgbClr val="888888"/>
                </a:solidFill>
              </a:defRPr>
            </a:lvl3pPr>
            <a:lvl4pPr lvl="3" algn="ctr">
              <a:spcBef>
                <a:spcPts val="600"/>
              </a:spcBef>
              <a:spcAft>
                <a:spcPts val="0"/>
              </a:spcAft>
              <a:buSzPts val="1012"/>
              <a:buNone/>
              <a:defRPr>
                <a:solidFill>
                  <a:srgbClr val="888888"/>
                </a:solidFill>
              </a:defRPr>
            </a:lvl4pPr>
            <a:lvl5pPr lvl="4" algn="ctr">
              <a:spcBef>
                <a:spcPts val="600"/>
              </a:spcBef>
              <a:spcAft>
                <a:spcPts val="0"/>
              </a:spcAft>
              <a:buSzPts val="1012"/>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p:txBody>
      </p:sp>
      <p:sp>
        <p:nvSpPr>
          <p:cNvPr id="22" name="Google Shape;22;p14"/>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4"/>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24" name="Google Shape;24;p14"/>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5"/>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5"/>
          <p:cNvSpPr txBox="1"/>
          <p:nvPr>
            <p:ph idx="1" type="body"/>
          </p:nvPr>
        </p:nvSpPr>
        <p:spPr>
          <a:xfrm>
            <a:off x="581192" y="1302026"/>
            <a:ext cx="11029615" cy="4673324"/>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28" name="Google Shape;28;p15"/>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16"/>
          <p:cNvSpPr txBox="1"/>
          <p:nvPr>
            <p:ph type="title"/>
          </p:nvPr>
        </p:nvSpPr>
        <p:spPr>
          <a:xfrm>
            <a:off x="575894" y="729658"/>
            <a:ext cx="11029616" cy="59224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6"/>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6"/>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33" name="Google Shape;33;p16"/>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17"/>
          <p:cNvSpPr/>
          <p:nvPr/>
        </p:nvSpPr>
        <p:spPr>
          <a:xfrm>
            <a:off x="447817" y="5141974"/>
            <a:ext cx="11290860" cy="1258827"/>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7"/>
          <p:cNvSpPr txBox="1"/>
          <p:nvPr>
            <p:ph type="title"/>
          </p:nvPr>
        </p:nvSpPr>
        <p:spPr>
          <a:xfrm>
            <a:off x="581193" y="2393950"/>
            <a:ext cx="11029615" cy="214746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3600"/>
              <a:buFont typeface="Franklin Gothic"/>
              <a:buNone/>
              <a:defRPr b="0" sz="3600" cap="none">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7"/>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60"/>
              </a:spcBef>
              <a:spcAft>
                <a:spcPts val="0"/>
              </a:spcAft>
              <a:buSzPts val="1656"/>
              <a:buNone/>
              <a:defRPr sz="1800" cap="none">
                <a:solidFill>
                  <a:schemeClr val="accent1"/>
                </a:solidFill>
              </a:defRPr>
            </a:lvl1pPr>
            <a:lvl2pPr indent="-228600" lvl="1" marL="914400" algn="l">
              <a:spcBef>
                <a:spcPts val="600"/>
              </a:spcBef>
              <a:spcAft>
                <a:spcPts val="0"/>
              </a:spcAft>
              <a:buSzPts val="1656"/>
              <a:buNone/>
              <a:defRPr sz="1800">
                <a:solidFill>
                  <a:srgbClr val="888888"/>
                </a:solidFill>
              </a:defRPr>
            </a:lvl2pPr>
            <a:lvl3pPr indent="-228600" lvl="2" marL="1371600" algn="l">
              <a:spcBef>
                <a:spcPts val="600"/>
              </a:spcBef>
              <a:spcAft>
                <a:spcPts val="0"/>
              </a:spcAft>
              <a:buSzPts val="1472"/>
              <a:buNone/>
              <a:defRPr sz="1600">
                <a:solidFill>
                  <a:srgbClr val="888888"/>
                </a:solidFill>
              </a:defRPr>
            </a:lvl3pPr>
            <a:lvl4pPr indent="-228600" lvl="3" marL="1828800" algn="l">
              <a:spcBef>
                <a:spcPts val="600"/>
              </a:spcBef>
              <a:spcAft>
                <a:spcPts val="0"/>
              </a:spcAft>
              <a:buSzPts val="1288"/>
              <a:buNone/>
              <a:defRPr sz="1400">
                <a:solidFill>
                  <a:srgbClr val="888888"/>
                </a:solidFill>
              </a:defRPr>
            </a:lvl4pPr>
            <a:lvl5pPr indent="-228600" lvl="4" marL="2286000" algn="l">
              <a:spcBef>
                <a:spcPts val="600"/>
              </a:spcBef>
              <a:spcAft>
                <a:spcPts val="0"/>
              </a:spcAft>
              <a:buSzPts val="1288"/>
              <a:buNone/>
              <a:defRPr sz="1400">
                <a:solidFill>
                  <a:srgbClr val="888888"/>
                </a:solidFill>
              </a:defRPr>
            </a:lvl5pPr>
            <a:lvl6pPr indent="-228600" lvl="5" marL="2743200" algn="l">
              <a:spcBef>
                <a:spcPts val="600"/>
              </a:spcBef>
              <a:spcAft>
                <a:spcPts val="0"/>
              </a:spcAft>
              <a:buSzPts val="1288"/>
              <a:buNone/>
              <a:defRPr sz="1400">
                <a:solidFill>
                  <a:srgbClr val="888888"/>
                </a:solidFill>
              </a:defRPr>
            </a:lvl6pPr>
            <a:lvl7pPr indent="-228600" lvl="6" marL="3200400" algn="l">
              <a:spcBef>
                <a:spcPts val="600"/>
              </a:spcBef>
              <a:spcAft>
                <a:spcPts val="0"/>
              </a:spcAft>
              <a:buSzPts val="1288"/>
              <a:buNone/>
              <a:defRPr sz="1400">
                <a:solidFill>
                  <a:srgbClr val="888888"/>
                </a:solidFill>
              </a:defRPr>
            </a:lvl7pPr>
            <a:lvl8pPr indent="-228600" lvl="7" marL="3657600" algn="l">
              <a:spcBef>
                <a:spcPts val="600"/>
              </a:spcBef>
              <a:spcAft>
                <a:spcPts val="0"/>
              </a:spcAft>
              <a:buSzPts val="1288"/>
              <a:buNone/>
              <a:defRPr sz="1400">
                <a:solidFill>
                  <a:srgbClr val="888888"/>
                </a:solidFill>
              </a:defRPr>
            </a:lvl8pPr>
            <a:lvl9pPr indent="-228600" lvl="8" marL="4114800" algn="l">
              <a:spcBef>
                <a:spcPts val="600"/>
              </a:spcBef>
              <a:spcAft>
                <a:spcPts val="600"/>
              </a:spcAft>
              <a:buSzPts val="1288"/>
              <a:buNone/>
              <a:defRPr sz="1400">
                <a:solidFill>
                  <a:srgbClr val="888888"/>
                </a:solidFill>
              </a:defRPr>
            </a:lvl9pPr>
          </a:lstStyle>
          <a:p/>
        </p:txBody>
      </p:sp>
      <p:sp>
        <p:nvSpPr>
          <p:cNvPr id="38" name="Google Shape;38;p17"/>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7"/>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40" name="Google Shape;40;p17"/>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18"/>
          <p:cNvSpPr txBox="1"/>
          <p:nvPr>
            <p:ph type="title"/>
          </p:nvPr>
        </p:nvSpPr>
        <p:spPr>
          <a:xfrm>
            <a:off x="581193" y="729658"/>
            <a:ext cx="11029616" cy="492855"/>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8"/>
          <p:cNvSpPr txBox="1"/>
          <p:nvPr>
            <p:ph idx="1" type="body"/>
          </p:nvPr>
        </p:nvSpPr>
        <p:spPr>
          <a:xfrm>
            <a:off x="581193" y="1391479"/>
            <a:ext cx="5194767" cy="4469572"/>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44" name="Google Shape;44;p18"/>
          <p:cNvSpPr txBox="1"/>
          <p:nvPr>
            <p:ph idx="2" type="body"/>
          </p:nvPr>
        </p:nvSpPr>
        <p:spPr>
          <a:xfrm>
            <a:off x="6416039" y="1391479"/>
            <a:ext cx="5194769" cy="4469572"/>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45" name="Google Shape;45;p18"/>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8"/>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47" name="Google Shape;47;p18"/>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8" name="Shape 48"/>
        <p:cNvGrpSpPr/>
        <p:nvPr/>
      </p:nvGrpSpPr>
      <p:grpSpPr>
        <a:xfrm>
          <a:off x="0" y="0"/>
          <a:ext cx="0" cy="0"/>
          <a:chOff x="0" y="0"/>
          <a:chExt cx="0" cy="0"/>
        </a:xfrm>
      </p:grpSpPr>
      <p:sp>
        <p:nvSpPr>
          <p:cNvPr id="49" name="Google Shape;49;p19"/>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9"/>
          <p:cNvSpPr txBox="1"/>
          <p:nvPr>
            <p:ph idx="1" type="body"/>
          </p:nvPr>
        </p:nvSpPr>
        <p:spPr>
          <a:xfrm>
            <a:off x="581191" y="2250891"/>
            <a:ext cx="5194769" cy="557784"/>
          </a:xfrm>
          <a:prstGeom prst="rect">
            <a:avLst/>
          </a:prstGeom>
          <a:noFill/>
          <a:ln>
            <a:noFill/>
          </a:ln>
        </p:spPr>
        <p:txBody>
          <a:bodyPr anchorCtr="0" anchor="ctr" bIns="45700" lIns="91425" spcFirstLastPara="1" rIns="91425" wrap="square" tIns="45700">
            <a:noAutofit/>
          </a:bodyPr>
          <a:lstStyle>
            <a:lvl1pPr indent="-228600" lvl="0" marL="457200" algn="l">
              <a:lnSpc>
                <a:spcPct val="110000"/>
              </a:lnSpc>
              <a:spcBef>
                <a:spcPts val="400"/>
              </a:spcBef>
              <a:spcAft>
                <a:spcPts val="0"/>
              </a:spcAft>
              <a:buSzPts val="1840"/>
              <a:buNone/>
              <a:defRPr b="0" sz="2000">
                <a:solidFill>
                  <a:srgbClr val="3F3F3F"/>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51" name="Google Shape;51;p19"/>
          <p:cNvSpPr txBox="1"/>
          <p:nvPr>
            <p:ph idx="2" type="body"/>
          </p:nvPr>
        </p:nvSpPr>
        <p:spPr>
          <a:xfrm>
            <a:off x="581194" y="2926052"/>
            <a:ext cx="5194766"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52" name="Google Shape;52;p19"/>
          <p:cNvSpPr txBox="1"/>
          <p:nvPr>
            <p:ph idx="3" type="body"/>
          </p:nvPr>
        </p:nvSpPr>
        <p:spPr>
          <a:xfrm>
            <a:off x="6416039" y="2250892"/>
            <a:ext cx="5194770" cy="553373"/>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400"/>
              </a:spcBef>
              <a:spcAft>
                <a:spcPts val="0"/>
              </a:spcAft>
              <a:buClr>
                <a:schemeClr val="accent1"/>
              </a:buClr>
              <a:buSzPts val="1840"/>
              <a:buFont typeface="Noto Sans Symbols"/>
              <a:buNone/>
              <a:defRPr b="0" sz="2000">
                <a:solidFill>
                  <a:srgbClr val="3F3F3F"/>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53" name="Google Shape;53;p19"/>
          <p:cNvSpPr txBox="1"/>
          <p:nvPr>
            <p:ph idx="4" type="body"/>
          </p:nvPr>
        </p:nvSpPr>
        <p:spPr>
          <a:xfrm>
            <a:off x="6416037" y="2926052"/>
            <a:ext cx="5194771"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54" name="Google Shape;54;p19"/>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9"/>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56" name="Google Shape;56;p19"/>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20"/>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0"/>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60" name="Google Shape;60;p20"/>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21"/>
          <p:cNvSpPr/>
          <p:nvPr/>
        </p:nvSpPr>
        <p:spPr>
          <a:xfrm>
            <a:off x="447817" y="601200"/>
            <a:ext cx="3682723" cy="5815475"/>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1"/>
          <p:cNvSpPr txBox="1"/>
          <p:nvPr>
            <p:ph type="title"/>
          </p:nvPr>
        </p:nvSpPr>
        <p:spPr>
          <a:xfrm>
            <a:off x="767857" y="933450"/>
            <a:ext cx="3031852" cy="1722419"/>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FFFFFF"/>
              </a:buClr>
              <a:buSzPts val="2400"/>
              <a:buFont typeface="Franklin Gothic"/>
              <a:buNone/>
              <a:defRPr b="0" sz="24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1"/>
          <p:cNvSpPr txBox="1"/>
          <p:nvPr>
            <p:ph idx="1" type="body"/>
          </p:nvPr>
        </p:nvSpPr>
        <p:spPr>
          <a:xfrm>
            <a:off x="4900928" y="1179829"/>
            <a:ext cx="6650991" cy="4658216"/>
          </a:xfrm>
          <a:prstGeom prst="rect">
            <a:avLst/>
          </a:prstGeom>
          <a:noFill/>
          <a:ln>
            <a:noFill/>
          </a:ln>
        </p:spPr>
        <p:txBody>
          <a:bodyPr anchorCtr="0" anchor="ctr" bIns="45700" lIns="91425" spcFirstLastPara="1" rIns="91425" wrap="square" tIns="45700">
            <a:normAutofit/>
          </a:bodyPr>
          <a:lstStyle>
            <a:lvl1pPr indent="-345440" lvl="0" marL="457200" algn="l">
              <a:lnSpc>
                <a:spcPct val="110000"/>
              </a:lnSpc>
              <a:spcBef>
                <a:spcPts val="400"/>
              </a:spcBef>
              <a:spcAft>
                <a:spcPts val="0"/>
              </a:spcAft>
              <a:buSzPts val="1840"/>
              <a:buChar char="◼"/>
              <a:defRPr sz="2000">
                <a:solidFill>
                  <a:schemeClr val="dk2"/>
                </a:solidFill>
              </a:defRPr>
            </a:lvl1pPr>
            <a:lvl2pPr indent="-333756" lvl="1" marL="914400" algn="l">
              <a:spcBef>
                <a:spcPts val="600"/>
              </a:spcBef>
              <a:spcAft>
                <a:spcPts val="0"/>
              </a:spcAft>
              <a:buSzPts val="1656"/>
              <a:buChar char="◼"/>
              <a:defRPr sz="1800">
                <a:solidFill>
                  <a:schemeClr val="dk2"/>
                </a:solidFill>
              </a:defRPr>
            </a:lvl2pPr>
            <a:lvl3pPr indent="-322072" lvl="2" marL="1371600" algn="l">
              <a:spcBef>
                <a:spcPts val="600"/>
              </a:spcBef>
              <a:spcAft>
                <a:spcPts val="0"/>
              </a:spcAft>
              <a:buSzPts val="1472"/>
              <a:buChar char="◼"/>
              <a:defRPr sz="1600">
                <a:solidFill>
                  <a:schemeClr val="dk2"/>
                </a:solidFill>
              </a:defRPr>
            </a:lvl3pPr>
            <a:lvl4pPr indent="-310388" lvl="3" marL="1828800" algn="l">
              <a:spcBef>
                <a:spcPts val="600"/>
              </a:spcBef>
              <a:spcAft>
                <a:spcPts val="0"/>
              </a:spcAft>
              <a:buSzPts val="1288"/>
              <a:buChar char="◼"/>
              <a:defRPr sz="1400">
                <a:solidFill>
                  <a:schemeClr val="dk2"/>
                </a:solidFill>
              </a:defRPr>
            </a:lvl4pPr>
            <a:lvl5pPr indent="-310388" lvl="4" marL="2286000" algn="l">
              <a:spcBef>
                <a:spcPts val="600"/>
              </a:spcBef>
              <a:spcAft>
                <a:spcPts val="0"/>
              </a:spcAft>
              <a:buSzPts val="1288"/>
              <a:buChar char="◼"/>
              <a:defRPr sz="1400">
                <a:solidFill>
                  <a:schemeClr val="dk2"/>
                </a:solidFill>
              </a:defRPr>
            </a:lvl5pPr>
            <a:lvl6pPr indent="-310388" lvl="5" marL="2743200" algn="l">
              <a:spcBef>
                <a:spcPts val="600"/>
              </a:spcBef>
              <a:spcAft>
                <a:spcPts val="0"/>
              </a:spcAft>
              <a:buSzPts val="1288"/>
              <a:buChar char="◼"/>
              <a:defRPr sz="1400">
                <a:solidFill>
                  <a:schemeClr val="dk2"/>
                </a:solidFill>
              </a:defRPr>
            </a:lvl6pPr>
            <a:lvl7pPr indent="-310388" lvl="6" marL="3200400" algn="l">
              <a:spcBef>
                <a:spcPts val="600"/>
              </a:spcBef>
              <a:spcAft>
                <a:spcPts val="0"/>
              </a:spcAft>
              <a:buSzPts val="1288"/>
              <a:buChar char="◼"/>
              <a:defRPr sz="1400">
                <a:solidFill>
                  <a:schemeClr val="dk2"/>
                </a:solidFill>
              </a:defRPr>
            </a:lvl7pPr>
            <a:lvl8pPr indent="-310388" lvl="7" marL="3657600" algn="l">
              <a:spcBef>
                <a:spcPts val="600"/>
              </a:spcBef>
              <a:spcAft>
                <a:spcPts val="0"/>
              </a:spcAft>
              <a:buSzPts val="1288"/>
              <a:buChar char="◼"/>
              <a:defRPr sz="1400">
                <a:solidFill>
                  <a:schemeClr val="dk2"/>
                </a:solidFill>
              </a:defRPr>
            </a:lvl8pPr>
            <a:lvl9pPr indent="-310388" lvl="8" marL="4114800" algn="l">
              <a:spcBef>
                <a:spcPts val="600"/>
              </a:spcBef>
              <a:spcAft>
                <a:spcPts val="600"/>
              </a:spcAft>
              <a:buSzPts val="1288"/>
              <a:buChar char="◼"/>
              <a:defRPr sz="1400">
                <a:solidFill>
                  <a:schemeClr val="dk2"/>
                </a:solidFill>
              </a:defRPr>
            </a:lvl9pPr>
          </a:lstStyle>
          <a:p/>
        </p:txBody>
      </p:sp>
      <p:sp>
        <p:nvSpPr>
          <p:cNvPr id="65" name="Google Shape;65;p21"/>
          <p:cNvSpPr txBox="1"/>
          <p:nvPr>
            <p:ph idx="2" type="body"/>
          </p:nvPr>
        </p:nvSpPr>
        <p:spPr>
          <a:xfrm>
            <a:off x="767857" y="2836654"/>
            <a:ext cx="3031852" cy="300139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20"/>
              </a:spcBef>
              <a:spcAft>
                <a:spcPts val="0"/>
              </a:spcAft>
              <a:buSzPts val="1472"/>
              <a:buNone/>
              <a:defRPr sz="1600">
                <a:solidFill>
                  <a:srgbClr val="FFFFFF"/>
                </a:solidFill>
              </a:defRPr>
            </a:lvl1pPr>
            <a:lvl2pPr indent="-228600" lvl="1" marL="914400" algn="l">
              <a:spcBef>
                <a:spcPts val="600"/>
              </a:spcBef>
              <a:spcAft>
                <a:spcPts val="0"/>
              </a:spcAft>
              <a:buSzPts val="1012"/>
              <a:buNone/>
              <a:defRPr sz="11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66" name="Google Shape;66;p21"/>
          <p:cNvSpPr txBox="1"/>
          <p:nvPr>
            <p:ph idx="10" type="dt"/>
          </p:nvPr>
        </p:nvSpPr>
        <p:spPr>
          <a:xfrm>
            <a:off x="7605951" y="6456916"/>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1"/>
          <p:cNvSpPr txBox="1"/>
          <p:nvPr>
            <p:ph idx="11" type="ftr"/>
          </p:nvPr>
        </p:nvSpPr>
        <p:spPr>
          <a:xfrm>
            <a:off x="581192" y="6452590"/>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68" name="Google Shape;68;p21"/>
          <p:cNvSpPr txBox="1"/>
          <p:nvPr>
            <p:ph idx="12" type="sldNum"/>
          </p:nvPr>
        </p:nvSpPr>
        <p:spPr>
          <a:xfrm>
            <a:off x="10558300" y="6456916"/>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22"/>
          <p:cNvSpPr txBox="1"/>
          <p:nvPr>
            <p:ph type="title"/>
          </p:nvPr>
        </p:nvSpPr>
        <p:spPr>
          <a:xfrm>
            <a:off x="581193" y="4693389"/>
            <a:ext cx="11029616"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2400"/>
              <a:buFont typeface="Franklin Gothic"/>
              <a:buNone/>
              <a:defRPr b="0" sz="2400">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2"/>
          <p:cNvSpPr/>
          <p:nvPr>
            <p:ph idx="2" type="pic"/>
          </p:nvPr>
        </p:nvSpPr>
        <p:spPr>
          <a:xfrm>
            <a:off x="447817" y="641350"/>
            <a:ext cx="11290859" cy="3651249"/>
          </a:xfrm>
          <a:prstGeom prst="rect">
            <a:avLst/>
          </a:prstGeom>
          <a:noFill/>
          <a:ln>
            <a:noFill/>
          </a:ln>
        </p:spPr>
      </p:sp>
      <p:sp>
        <p:nvSpPr>
          <p:cNvPr id="72" name="Google Shape;72;p22"/>
          <p:cNvSpPr txBox="1"/>
          <p:nvPr>
            <p:ph idx="1" type="body"/>
          </p:nvPr>
        </p:nvSpPr>
        <p:spPr>
          <a:xfrm>
            <a:off x="581192" y="5260127"/>
            <a:ext cx="11029617" cy="99814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20"/>
              </a:spcBef>
              <a:spcAft>
                <a:spcPts val="0"/>
              </a:spcAft>
              <a:buSzPts val="1472"/>
              <a:buNone/>
              <a:defRPr sz="1600"/>
            </a:lvl1pPr>
            <a:lvl2pPr indent="-228600" lvl="1" marL="914400" algn="l">
              <a:spcBef>
                <a:spcPts val="600"/>
              </a:spcBef>
              <a:spcAft>
                <a:spcPts val="0"/>
              </a:spcAft>
              <a:buSzPts val="1104"/>
              <a:buNone/>
              <a:defRPr sz="12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73" name="Google Shape;73;p22"/>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2"/>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75" name="Google Shape;75;p22"/>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23"/>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3"/>
          <p:cNvSpPr txBox="1"/>
          <p:nvPr>
            <p:ph idx="1" type="body"/>
          </p:nvPr>
        </p:nvSpPr>
        <p:spPr>
          <a:xfrm rot="5400000">
            <a:off x="3809574" y="-1813184"/>
            <a:ext cx="4572852" cy="11029616"/>
          </a:xfrm>
          <a:prstGeom prst="rect">
            <a:avLst/>
          </a:prstGeom>
          <a:noFill/>
          <a:ln>
            <a:noFill/>
          </a:ln>
        </p:spPr>
        <p:txBody>
          <a:bodyPr anchorCtr="0" anchor="t" bIns="45700" lIns="91425" spcFirstLastPara="1" rIns="91425" wrap="square" tIns="45700">
            <a:normAutofit/>
          </a:bodyPr>
          <a:lstStyle>
            <a:lvl1pPr indent="-327914" lvl="0" marL="457200" algn="l">
              <a:lnSpc>
                <a:spcPct val="110000"/>
              </a:lnSpc>
              <a:spcBef>
                <a:spcPts val="340"/>
              </a:spcBef>
              <a:spcAft>
                <a:spcPts val="0"/>
              </a:spcAft>
              <a:buSzPts val="1564"/>
              <a:buChar char="◼"/>
              <a:defRPr/>
            </a:lvl1pPr>
            <a:lvl2pPr indent="-310388" lvl="1" marL="914400" algn="l">
              <a:spcBef>
                <a:spcPts val="600"/>
              </a:spcBef>
              <a:spcAft>
                <a:spcPts val="0"/>
              </a:spcAft>
              <a:buSzPts val="1288"/>
              <a:buChar char="◼"/>
              <a:defRPr/>
            </a:lvl2pPr>
            <a:lvl3pPr indent="-304546" lvl="2" marL="1371600" algn="l">
              <a:spcBef>
                <a:spcPts val="600"/>
              </a:spcBef>
              <a:spcAft>
                <a:spcPts val="0"/>
              </a:spcAft>
              <a:buSzPts val="1196"/>
              <a:buChar char="◼"/>
              <a:defRPr/>
            </a:lvl3pPr>
            <a:lvl4pPr indent="-292862" lvl="3" marL="1828800" algn="l">
              <a:spcBef>
                <a:spcPts val="600"/>
              </a:spcBef>
              <a:spcAft>
                <a:spcPts val="0"/>
              </a:spcAft>
              <a:buSzPts val="1012"/>
              <a:buChar char="◼"/>
              <a:defRPr/>
            </a:lvl4pPr>
            <a:lvl5pPr indent="-292862" lvl="4" marL="2286000" algn="l">
              <a:spcBef>
                <a:spcPts val="600"/>
              </a:spcBef>
              <a:spcAft>
                <a:spcPts val="0"/>
              </a:spcAft>
              <a:buSzPts val="1012"/>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79" name="Google Shape;79;p23"/>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3"/>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81" name="Google Shape;81;p23"/>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2" name="Shape 82"/>
        <p:cNvGrpSpPr/>
        <p:nvPr/>
      </p:nvGrpSpPr>
      <p:grpSpPr>
        <a:xfrm>
          <a:off x="0" y="0"/>
          <a:ext cx="0" cy="0"/>
          <a:chOff x="0" y="0"/>
          <a:chExt cx="0" cy="0"/>
        </a:xfrm>
      </p:grpSpPr>
      <p:sp>
        <p:nvSpPr>
          <p:cNvPr id="83" name="Google Shape;83;p24"/>
          <p:cNvSpPr/>
          <p:nvPr/>
        </p:nvSpPr>
        <p:spPr>
          <a:xfrm>
            <a:off x="8058151" y="599725"/>
            <a:ext cx="3687316" cy="5816950"/>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4"/>
          <p:cNvSpPr txBox="1"/>
          <p:nvPr>
            <p:ph type="title"/>
          </p:nvPr>
        </p:nvSpPr>
        <p:spPr>
          <a:xfrm rot="5400000">
            <a:off x="7362637" y="1705163"/>
            <a:ext cx="4807326" cy="31242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FFFFFF"/>
              </a:buClr>
              <a:buSzPts val="2800"/>
              <a:buFont typeface="Franklin Gothic"/>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4"/>
          <p:cNvSpPr txBox="1"/>
          <p:nvPr>
            <p:ph idx="1" type="body"/>
          </p:nvPr>
        </p:nvSpPr>
        <p:spPr>
          <a:xfrm rot="5400000">
            <a:off x="1952072" y="-313549"/>
            <a:ext cx="4807326" cy="7161625"/>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86" name="Google Shape;86;p24"/>
          <p:cNvSpPr/>
          <p:nvPr/>
        </p:nvSpPr>
        <p:spPr>
          <a:xfrm>
            <a:off x="446534" y="457200"/>
            <a:ext cx="3703320" cy="94997"/>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4"/>
          <p:cNvSpPr/>
          <p:nvPr/>
        </p:nvSpPr>
        <p:spPr>
          <a:xfrm>
            <a:off x="8042147" y="453643"/>
            <a:ext cx="3703320" cy="98554"/>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4"/>
          <p:cNvSpPr/>
          <p:nvPr/>
        </p:nvSpPr>
        <p:spPr>
          <a:xfrm>
            <a:off x="4241830" y="457200"/>
            <a:ext cx="3703320" cy="9144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4"/>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4"/>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91" name="Google Shape;91;p24"/>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581192" y="705124"/>
            <a:ext cx="11029616" cy="557146"/>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rgbClr val="3F3F3F"/>
              </a:buClr>
              <a:buSzPts val="2800"/>
              <a:buFont typeface="Franklin Gothic"/>
              <a:buNone/>
              <a:defRPr b="0" i="0" sz="2800" u="none" cap="none" strike="noStrike">
                <a:solidFill>
                  <a:srgbClr val="3F3F3F"/>
                </a:solidFill>
                <a:latin typeface="Franklin Gothic"/>
                <a:ea typeface="Franklin Gothic"/>
                <a:cs typeface="Franklin Gothic"/>
                <a:sym typeface="Franklin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1" name="Google Shape;11;p13"/>
          <p:cNvSpPr txBox="1"/>
          <p:nvPr>
            <p:ph idx="1" type="body"/>
          </p:nvPr>
        </p:nvSpPr>
        <p:spPr>
          <a:xfrm>
            <a:off x="581192" y="1415198"/>
            <a:ext cx="11029616" cy="4572852"/>
          </a:xfrm>
          <a:prstGeom prst="rect">
            <a:avLst/>
          </a:prstGeom>
          <a:noFill/>
          <a:ln>
            <a:noFill/>
          </a:ln>
        </p:spPr>
        <p:txBody>
          <a:bodyPr anchorCtr="0" anchor="ctr" bIns="45700" lIns="91425" spcFirstLastPara="1" rIns="91425" wrap="square" tIns="45700">
            <a:normAutofit/>
          </a:bodyPr>
          <a:lstStyle>
            <a:lvl1pPr indent="-327914" lvl="0" marL="457200" marR="0" rtl="0" algn="l">
              <a:lnSpc>
                <a:spcPct val="110000"/>
              </a:lnSpc>
              <a:spcBef>
                <a:spcPts val="340"/>
              </a:spcBef>
              <a:spcAft>
                <a:spcPts val="0"/>
              </a:spcAft>
              <a:buClr>
                <a:schemeClr val="accent1"/>
              </a:buClr>
              <a:buSzPts val="1564"/>
              <a:buFont typeface="Noto Sans Symbols"/>
              <a:buChar char="◼"/>
              <a:defRPr b="0" i="0" sz="1700" u="none" cap="none" strike="noStrike">
                <a:solidFill>
                  <a:srgbClr val="3F3F3F"/>
                </a:solidFill>
                <a:latin typeface="Libre Franklin"/>
                <a:ea typeface="Libre Franklin"/>
                <a:cs typeface="Libre Franklin"/>
                <a:sym typeface="Libre Franklin"/>
              </a:defRPr>
            </a:lvl1pPr>
            <a:lvl2pPr indent="-310388" lvl="1" marL="914400" marR="0" rtl="0" algn="l">
              <a:spcBef>
                <a:spcPts val="600"/>
              </a:spcBef>
              <a:spcAft>
                <a:spcPts val="0"/>
              </a:spcAft>
              <a:buClr>
                <a:schemeClr val="accent1"/>
              </a:buClr>
              <a:buSzPts val="1288"/>
              <a:buFont typeface="Noto Sans Symbols"/>
              <a:buChar char="◼"/>
              <a:defRPr b="0" i="0" sz="1400" u="none" cap="none" strike="noStrike">
                <a:solidFill>
                  <a:srgbClr val="3F3F3F"/>
                </a:solidFill>
                <a:latin typeface="Libre Franklin"/>
                <a:ea typeface="Libre Franklin"/>
                <a:cs typeface="Libre Franklin"/>
                <a:sym typeface="Libre Franklin"/>
              </a:defRPr>
            </a:lvl2pPr>
            <a:lvl3pPr indent="-304546" lvl="2" marL="1371600" marR="0" rtl="0" algn="l">
              <a:spcBef>
                <a:spcPts val="600"/>
              </a:spcBef>
              <a:spcAft>
                <a:spcPts val="0"/>
              </a:spcAft>
              <a:buClr>
                <a:schemeClr val="accent1"/>
              </a:buClr>
              <a:buSzPts val="1196"/>
              <a:buFont typeface="Noto Sans Symbols"/>
              <a:buChar char="◼"/>
              <a:defRPr b="0" i="0" sz="1300" u="none" cap="none" strike="noStrike">
                <a:solidFill>
                  <a:srgbClr val="3F3F3F"/>
                </a:solidFill>
                <a:latin typeface="Libre Franklin"/>
                <a:ea typeface="Libre Franklin"/>
                <a:cs typeface="Libre Franklin"/>
                <a:sym typeface="Libre Franklin"/>
              </a:defRPr>
            </a:lvl3pPr>
            <a:lvl4pPr indent="-292862" lvl="3" marL="1828800" marR="0" rtl="0" algn="l">
              <a:spcBef>
                <a:spcPts val="600"/>
              </a:spcBef>
              <a:spcAft>
                <a:spcPts val="0"/>
              </a:spcAft>
              <a:buClr>
                <a:schemeClr val="accent1"/>
              </a:buClr>
              <a:buSzPts val="1012"/>
              <a:buFont typeface="Noto Sans Symbols"/>
              <a:buChar char="◼"/>
              <a:defRPr b="0" i="0" sz="1100" u="none" cap="none" strike="noStrike">
                <a:solidFill>
                  <a:srgbClr val="3F3F3F"/>
                </a:solidFill>
                <a:latin typeface="Libre Franklin"/>
                <a:ea typeface="Libre Franklin"/>
                <a:cs typeface="Libre Franklin"/>
                <a:sym typeface="Libre Franklin"/>
              </a:defRPr>
            </a:lvl4pPr>
            <a:lvl5pPr indent="-292862" lvl="4" marL="2286000" marR="0" rtl="0" algn="l">
              <a:spcBef>
                <a:spcPts val="600"/>
              </a:spcBef>
              <a:spcAft>
                <a:spcPts val="0"/>
              </a:spcAft>
              <a:buClr>
                <a:schemeClr val="accent1"/>
              </a:buClr>
              <a:buSzPts val="1012"/>
              <a:buFont typeface="Noto Sans Symbols"/>
              <a:buChar char="◼"/>
              <a:defRPr b="0" i="0" sz="1100" u="none" cap="none" strike="noStrike">
                <a:solidFill>
                  <a:srgbClr val="3F3F3F"/>
                </a:solidFill>
                <a:latin typeface="Libre Franklin"/>
                <a:ea typeface="Libre Franklin"/>
                <a:cs typeface="Libre Franklin"/>
                <a:sym typeface="Libre Franklin"/>
              </a:defRPr>
            </a:lvl5pPr>
            <a:lvl6pPr indent="-298704" lvl="5" marL="27432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6pPr>
            <a:lvl7pPr indent="-298704" lvl="6" marL="32004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7pPr>
            <a:lvl8pPr indent="-298704" lvl="7" marL="36576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8pPr>
            <a:lvl9pPr indent="-298704" lvl="8" marL="4114800" marR="0" rtl="0" algn="l">
              <a:spcBef>
                <a:spcPts val="600"/>
              </a:spcBef>
              <a:spcAft>
                <a:spcPts val="60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9pPr>
          </a:lstStyle>
          <a:p/>
        </p:txBody>
      </p:sp>
      <p:sp>
        <p:nvSpPr>
          <p:cNvPr id="12" name="Google Shape;12;p13"/>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3F3F3F"/>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3" name="Google Shape;13;p13"/>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3F3F3F"/>
                </a:solidFill>
                <a:latin typeface="Libre Franklin"/>
                <a:ea typeface="Libre Franklin"/>
                <a:cs typeface="Libre Franklin"/>
                <a:sym typeface="Libre Franklin"/>
              </a:defRPr>
            </a:lvl1pPr>
            <a:lvl2pPr indent="0" lvl="1" marL="0" marR="0" rtl="0" algn="r">
              <a:spcBef>
                <a:spcPts val="0"/>
              </a:spcBef>
              <a:buNone/>
              <a:defRPr b="0" i="0" sz="900" u="none" cap="none" strike="noStrike">
                <a:solidFill>
                  <a:srgbClr val="3F3F3F"/>
                </a:solidFill>
                <a:latin typeface="Libre Franklin"/>
                <a:ea typeface="Libre Franklin"/>
                <a:cs typeface="Libre Franklin"/>
                <a:sym typeface="Libre Franklin"/>
              </a:defRPr>
            </a:lvl2pPr>
            <a:lvl3pPr indent="0" lvl="2" marL="0" marR="0" rtl="0" algn="r">
              <a:spcBef>
                <a:spcPts val="0"/>
              </a:spcBef>
              <a:buNone/>
              <a:defRPr b="0" i="0" sz="900" u="none" cap="none" strike="noStrike">
                <a:solidFill>
                  <a:srgbClr val="3F3F3F"/>
                </a:solidFill>
                <a:latin typeface="Libre Franklin"/>
                <a:ea typeface="Libre Franklin"/>
                <a:cs typeface="Libre Franklin"/>
                <a:sym typeface="Libre Franklin"/>
              </a:defRPr>
            </a:lvl3pPr>
            <a:lvl4pPr indent="0" lvl="3" marL="0" marR="0" rtl="0" algn="r">
              <a:spcBef>
                <a:spcPts val="0"/>
              </a:spcBef>
              <a:buNone/>
              <a:defRPr b="0" i="0" sz="900" u="none" cap="none" strike="noStrike">
                <a:solidFill>
                  <a:srgbClr val="3F3F3F"/>
                </a:solidFill>
                <a:latin typeface="Libre Franklin"/>
                <a:ea typeface="Libre Franklin"/>
                <a:cs typeface="Libre Franklin"/>
                <a:sym typeface="Libre Franklin"/>
              </a:defRPr>
            </a:lvl4pPr>
            <a:lvl5pPr indent="0" lvl="4" marL="0" marR="0" rtl="0" algn="r">
              <a:spcBef>
                <a:spcPts val="0"/>
              </a:spcBef>
              <a:buNone/>
              <a:defRPr b="0" i="0" sz="900" u="none" cap="none" strike="noStrike">
                <a:solidFill>
                  <a:srgbClr val="3F3F3F"/>
                </a:solidFill>
                <a:latin typeface="Libre Franklin"/>
                <a:ea typeface="Libre Franklin"/>
                <a:cs typeface="Libre Franklin"/>
                <a:sym typeface="Libre Franklin"/>
              </a:defRPr>
            </a:lvl5pPr>
            <a:lvl6pPr indent="0" lvl="5" marL="0" marR="0" rtl="0" algn="r">
              <a:spcBef>
                <a:spcPts val="0"/>
              </a:spcBef>
              <a:buNone/>
              <a:defRPr b="0" i="0" sz="900" u="none" cap="none" strike="noStrike">
                <a:solidFill>
                  <a:srgbClr val="3F3F3F"/>
                </a:solidFill>
                <a:latin typeface="Libre Franklin"/>
                <a:ea typeface="Libre Franklin"/>
                <a:cs typeface="Libre Franklin"/>
                <a:sym typeface="Libre Franklin"/>
              </a:defRPr>
            </a:lvl6pPr>
            <a:lvl7pPr indent="0" lvl="6" marL="0" marR="0" rtl="0" algn="r">
              <a:spcBef>
                <a:spcPts val="0"/>
              </a:spcBef>
              <a:buNone/>
              <a:defRPr b="0" i="0" sz="900" u="none" cap="none" strike="noStrike">
                <a:solidFill>
                  <a:srgbClr val="3F3F3F"/>
                </a:solidFill>
                <a:latin typeface="Libre Franklin"/>
                <a:ea typeface="Libre Franklin"/>
                <a:cs typeface="Libre Franklin"/>
                <a:sym typeface="Libre Franklin"/>
              </a:defRPr>
            </a:lvl7pPr>
            <a:lvl8pPr indent="0" lvl="7" marL="0" marR="0" rtl="0" algn="r">
              <a:spcBef>
                <a:spcPts val="0"/>
              </a:spcBef>
              <a:buNone/>
              <a:defRPr b="0" i="0" sz="900" u="none" cap="none" strike="noStrike">
                <a:solidFill>
                  <a:srgbClr val="3F3F3F"/>
                </a:solidFill>
                <a:latin typeface="Libre Franklin"/>
                <a:ea typeface="Libre Franklin"/>
                <a:cs typeface="Libre Franklin"/>
                <a:sym typeface="Libre Franklin"/>
              </a:defRPr>
            </a:lvl8pPr>
            <a:lvl9pPr indent="0" lvl="8" marL="0" marR="0" rtl="0" algn="r">
              <a:spcBef>
                <a:spcPts val="0"/>
              </a:spcBef>
              <a:buNone/>
              <a:defRPr b="0" i="0" sz="900" u="none" cap="none" strike="noStrike">
                <a:solidFill>
                  <a:srgbClr val="3F3F3F"/>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IN"/>
              <a:t>‹#›</a:t>
            </a:fld>
            <a:endParaRPr/>
          </a:p>
        </p:txBody>
      </p:sp>
      <p:sp>
        <p:nvSpPr>
          <p:cNvPr id="14" name="Google Shape;14;p13"/>
          <p:cNvSpPr/>
          <p:nvPr/>
        </p:nvSpPr>
        <p:spPr>
          <a:xfrm>
            <a:off x="446534" y="457200"/>
            <a:ext cx="3703320" cy="94997"/>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3"/>
          <p:cNvSpPr/>
          <p:nvPr/>
        </p:nvSpPr>
        <p:spPr>
          <a:xfrm>
            <a:off x="8042147" y="453643"/>
            <a:ext cx="3703320" cy="98554"/>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3"/>
          <p:cNvSpPr/>
          <p:nvPr/>
        </p:nvSpPr>
        <p:spPr>
          <a:xfrm>
            <a:off x="4241830" y="457200"/>
            <a:ext cx="3703320" cy="9144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10;&#10;Description automatically generated" id="17" name="Google Shape;17;p13"/>
          <p:cNvPicPr preferRelativeResize="0"/>
          <p:nvPr/>
        </p:nvPicPr>
        <p:blipFill rotWithShape="1">
          <a:blip r:embed="rId1">
            <a:alphaModFix/>
          </a:blip>
          <a:srcRect b="0" l="0" r="0" t="0"/>
          <a:stretch/>
        </p:blipFill>
        <p:spPr>
          <a:xfrm>
            <a:off x="10485003" y="6437910"/>
            <a:ext cx="1125805" cy="36512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github.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txBox="1"/>
          <p:nvPr>
            <p:ph type="ctrTitle"/>
          </p:nvPr>
        </p:nvSpPr>
        <p:spPr>
          <a:xfrm>
            <a:off x="1359108" y="1821635"/>
            <a:ext cx="9144000" cy="977778"/>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00000"/>
              </a:lnSpc>
              <a:spcBef>
                <a:spcPts val="0"/>
              </a:spcBef>
              <a:spcAft>
                <a:spcPts val="0"/>
              </a:spcAft>
              <a:buClr>
                <a:schemeClr val="accent1"/>
              </a:buClr>
              <a:buSzPct val="100000"/>
              <a:buFont typeface="Arial"/>
              <a:buNone/>
            </a:pPr>
            <a:r>
              <a:rPr b="1" lang="en-IN">
                <a:solidFill>
                  <a:srgbClr val="1CADE4"/>
                </a:solidFill>
                <a:latin typeface="Arial"/>
                <a:ea typeface="Arial"/>
                <a:cs typeface="Arial"/>
                <a:sym typeface="Arial"/>
              </a:rPr>
              <a:t>AI Powered Fake News Detector For Students</a:t>
            </a:r>
            <a:r>
              <a:rPr lang="en-IN" sz="1100">
                <a:solidFill>
                  <a:schemeClr val="dk1"/>
                </a:solidFill>
                <a:latin typeface="Arial"/>
                <a:ea typeface="Arial"/>
                <a:cs typeface="Arial"/>
                <a:sym typeface="Arial"/>
              </a:rPr>
              <a:t> </a:t>
            </a:r>
            <a:endParaRPr/>
          </a:p>
        </p:txBody>
      </p:sp>
      <p:sp>
        <p:nvSpPr>
          <p:cNvPr id="97" name="Google Shape;97;p1"/>
          <p:cNvSpPr txBox="1"/>
          <p:nvPr/>
        </p:nvSpPr>
        <p:spPr>
          <a:xfrm>
            <a:off x="-329782" y="1034321"/>
            <a:ext cx="12726648"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3200" u="none" cap="none" strike="noStrike">
                <a:solidFill>
                  <a:srgbClr val="1482AB"/>
                </a:solidFill>
                <a:latin typeface="Arial"/>
                <a:ea typeface="Arial"/>
                <a:cs typeface="Arial"/>
                <a:sym typeface="Arial"/>
              </a:rPr>
              <a:t>CAPSTONE PROJECT</a:t>
            </a:r>
            <a:endParaRPr/>
          </a:p>
        </p:txBody>
      </p:sp>
      <p:sp>
        <p:nvSpPr>
          <p:cNvPr id="98" name="Google Shape;98;p1"/>
          <p:cNvSpPr txBox="1"/>
          <p:nvPr/>
        </p:nvSpPr>
        <p:spPr>
          <a:xfrm>
            <a:off x="842800" y="3561800"/>
            <a:ext cx="9449100" cy="1631700"/>
          </a:xfrm>
          <a:prstGeom prst="rect">
            <a:avLst/>
          </a:prstGeom>
          <a:solidFill>
            <a:srgbClr val="D9D9D9"/>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N" sz="2000" u="none" cap="none" strike="noStrike">
                <a:solidFill>
                  <a:srgbClr val="1482AB"/>
                </a:solidFill>
                <a:latin typeface="Arial"/>
                <a:ea typeface="Arial"/>
                <a:cs typeface="Arial"/>
                <a:sym typeface="Arial"/>
              </a:rPr>
              <a:t>Presented By:</a:t>
            </a:r>
            <a:endParaRPr/>
          </a:p>
          <a:p>
            <a:pPr indent="-457200" lvl="0" marL="457200" marR="0" rtl="0" algn="l">
              <a:spcBef>
                <a:spcPts val="0"/>
              </a:spcBef>
              <a:spcAft>
                <a:spcPts val="0"/>
              </a:spcAft>
              <a:buClr>
                <a:srgbClr val="1482AB"/>
              </a:buClr>
              <a:buSzPts val="2000"/>
              <a:buFont typeface="Arial"/>
              <a:buAutoNum type="arabicPeriod"/>
            </a:pPr>
            <a:r>
              <a:rPr b="1" lang="en-IN" sz="2000">
                <a:solidFill>
                  <a:srgbClr val="1482AB"/>
                </a:solidFill>
                <a:latin typeface="Arial"/>
                <a:ea typeface="Arial"/>
                <a:cs typeface="Arial"/>
                <a:sym typeface="Arial"/>
              </a:rPr>
              <a:t>Student Name- Abhishek Shah</a:t>
            </a:r>
            <a:endParaRPr/>
          </a:p>
          <a:p>
            <a:pPr indent="-457200" lvl="0" marL="457200" marR="0" rtl="0" algn="l">
              <a:spcBef>
                <a:spcPts val="0"/>
              </a:spcBef>
              <a:spcAft>
                <a:spcPts val="0"/>
              </a:spcAft>
              <a:buClr>
                <a:srgbClr val="1482AB"/>
              </a:buClr>
              <a:buSzPts val="2000"/>
              <a:buFont typeface="Arial"/>
              <a:buAutoNum type="arabicPeriod"/>
            </a:pPr>
            <a:r>
              <a:rPr b="1" lang="en-IN" sz="2000">
                <a:solidFill>
                  <a:srgbClr val="1482AB"/>
                </a:solidFill>
                <a:latin typeface="Arial"/>
                <a:ea typeface="Arial"/>
                <a:cs typeface="Arial"/>
                <a:sym typeface="Arial"/>
              </a:rPr>
              <a:t>College Name- </a:t>
            </a:r>
            <a:r>
              <a:rPr b="1" lang="en-IN" sz="2000">
                <a:solidFill>
                  <a:srgbClr val="1482AC"/>
                </a:solidFill>
              </a:rPr>
              <a:t>Sri Balaji University Pune</a:t>
            </a:r>
            <a:endParaRPr b="1" sz="2000">
              <a:solidFill>
                <a:srgbClr val="1482AB"/>
              </a:solidFill>
            </a:endParaRPr>
          </a:p>
          <a:p>
            <a:pPr indent="-457200" lvl="0" marL="457200" marR="0" rtl="0" algn="l">
              <a:spcBef>
                <a:spcPts val="0"/>
              </a:spcBef>
              <a:spcAft>
                <a:spcPts val="0"/>
              </a:spcAft>
              <a:buClr>
                <a:srgbClr val="1482AB"/>
              </a:buClr>
              <a:buSzPts val="2000"/>
              <a:buFont typeface="Arial"/>
              <a:buAutoNum type="arabicPeriod"/>
            </a:pPr>
            <a:r>
              <a:rPr b="1" lang="en-IN" sz="2000">
                <a:solidFill>
                  <a:srgbClr val="1482AB"/>
                </a:solidFill>
                <a:latin typeface="Arial"/>
                <a:ea typeface="Arial"/>
                <a:cs typeface="Arial"/>
                <a:sym typeface="Arial"/>
              </a:rPr>
              <a:t>Department - </a:t>
            </a:r>
            <a:r>
              <a:rPr b="1" lang="en-IN" sz="2000">
                <a:solidFill>
                  <a:srgbClr val="1482AC"/>
                </a:solidFill>
              </a:rPr>
              <a:t>Master In Computer Applications(Data Science-AI) </a:t>
            </a:r>
            <a:endParaRPr/>
          </a:p>
          <a:p>
            <a:pPr indent="-457200" lvl="0" marL="457200" marR="0" rtl="0" algn="l">
              <a:spcBef>
                <a:spcPts val="0"/>
              </a:spcBef>
              <a:spcAft>
                <a:spcPts val="0"/>
              </a:spcAft>
              <a:buClr>
                <a:srgbClr val="1482AB"/>
              </a:buClr>
              <a:buSzPts val="2000"/>
              <a:buFont typeface="Arial"/>
              <a:buAutoNum type="arabicPeriod"/>
            </a:pPr>
            <a:r>
              <a:rPr b="1" lang="en-IN" sz="2000">
                <a:solidFill>
                  <a:srgbClr val="1482AB"/>
                </a:solidFill>
                <a:latin typeface="Arial"/>
                <a:ea typeface="Arial"/>
                <a:cs typeface="Arial"/>
                <a:sym typeface="Arial"/>
              </a:rPr>
              <a:t>Aicte id- </a:t>
            </a:r>
            <a:r>
              <a:rPr b="1" lang="en-IN" sz="2000">
                <a:solidFill>
                  <a:srgbClr val="1482AC"/>
                </a:solidFill>
              </a:rPr>
              <a:t>STU6808f9542a50f1745418580</a:t>
            </a:r>
            <a:r>
              <a:rPr lang="en-IN" sz="1100">
                <a:solidFill>
                  <a:schemeClr val="dk1"/>
                </a:solidFill>
              </a:rPr>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txBox="1"/>
          <p:nvPr>
            <p:ph type="title"/>
          </p:nvPr>
        </p:nvSpPr>
        <p:spPr>
          <a:xfrm>
            <a:off x="849573" y="558468"/>
            <a:ext cx="10515600" cy="1325563"/>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002060"/>
              </a:buClr>
              <a:buSzPts val="2800"/>
              <a:buFont typeface="Arial"/>
              <a:buNone/>
            </a:pPr>
            <a:r>
              <a:rPr b="1" lang="en-IN">
                <a:solidFill>
                  <a:srgbClr val="002060"/>
                </a:solidFill>
                <a:latin typeface="Arial"/>
                <a:ea typeface="Arial"/>
                <a:cs typeface="Arial"/>
                <a:sym typeface="Arial"/>
              </a:rPr>
              <a:t>OUTLINE</a:t>
            </a:r>
            <a:endParaRPr/>
          </a:p>
        </p:txBody>
      </p:sp>
      <p:sp>
        <p:nvSpPr>
          <p:cNvPr id="104" name="Google Shape;104;p2"/>
          <p:cNvSpPr txBox="1"/>
          <p:nvPr>
            <p:ph idx="1" type="body"/>
          </p:nvPr>
        </p:nvSpPr>
        <p:spPr>
          <a:xfrm>
            <a:off x="838200" y="1618938"/>
            <a:ext cx="11019020" cy="5239062"/>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SzPts val="1840"/>
              <a:buNone/>
            </a:pPr>
            <a:r>
              <a:rPr b="1" lang="en-IN" sz="2000">
                <a:latin typeface="Arial"/>
                <a:ea typeface="Arial"/>
                <a:cs typeface="Arial"/>
                <a:sym typeface="Arial"/>
              </a:rPr>
              <a:t>  </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Problem Statement</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Proposed System/Solution</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System Development Approach</a:t>
            </a:r>
            <a:r>
              <a:rPr lang="en-IN" sz="2000">
                <a:latin typeface="Arial"/>
                <a:ea typeface="Arial"/>
                <a:cs typeface="Arial"/>
                <a:sym typeface="Arial"/>
              </a:rPr>
              <a:t> </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Algorithm &amp; Deployment  </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Result</a:t>
            </a:r>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Conclusion</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Future Scope</a:t>
            </a:r>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References</a:t>
            </a:r>
            <a:endParaRPr>
              <a:latin typeface="Arial"/>
              <a:ea typeface="Arial"/>
              <a:cs typeface="Arial"/>
              <a:sym typeface="Arial"/>
            </a:endParaRPr>
          </a:p>
          <a:p>
            <a:pPr indent="-206686" lvl="0" marL="306000" rtl="0" algn="l">
              <a:lnSpc>
                <a:spcPct val="110000"/>
              </a:lnSpc>
              <a:spcBef>
                <a:spcPts val="940"/>
              </a:spcBef>
              <a:spcAft>
                <a:spcPts val="0"/>
              </a:spcAft>
              <a:buSzPts val="1564"/>
              <a:buNone/>
            </a:pPr>
            <a:r>
              <a:t/>
            </a:r>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IN" sz="4400">
                <a:solidFill>
                  <a:schemeClr val="accent1"/>
                </a:solidFill>
                <a:latin typeface="Arial"/>
                <a:ea typeface="Arial"/>
                <a:cs typeface="Arial"/>
                <a:sym typeface="Arial"/>
              </a:rPr>
              <a:t>PROBLEM STATEMENT</a:t>
            </a:r>
            <a:endParaRPr sz="4400"/>
          </a:p>
        </p:txBody>
      </p:sp>
      <p:sp>
        <p:nvSpPr>
          <p:cNvPr id="111" name="Google Shape;111;p3"/>
          <p:cNvSpPr txBox="1"/>
          <p:nvPr>
            <p:ph idx="1" type="body"/>
          </p:nvPr>
        </p:nvSpPr>
        <p:spPr>
          <a:xfrm>
            <a:off x="452403" y="1237632"/>
            <a:ext cx="11029615" cy="4673324"/>
          </a:xfrm>
          <a:prstGeom prst="rect">
            <a:avLst/>
          </a:prstGeom>
          <a:noFill/>
          <a:ln>
            <a:noFill/>
          </a:ln>
        </p:spPr>
        <p:txBody>
          <a:bodyPr anchorCtr="0" anchor="ctr" bIns="45700" lIns="91425" spcFirstLastPara="1" rIns="91425" wrap="square" tIns="45700">
            <a:normAutofit fontScale="77500" lnSpcReduction="20000"/>
          </a:bodyPr>
          <a:lstStyle/>
          <a:p>
            <a:pPr indent="0" lvl="0" marL="0" rtl="0" algn="l">
              <a:lnSpc>
                <a:spcPct val="160000"/>
              </a:lnSpc>
              <a:spcBef>
                <a:spcPts val="0"/>
              </a:spcBef>
              <a:spcAft>
                <a:spcPts val="0"/>
              </a:spcAft>
              <a:buSzPct val="47826"/>
              <a:buNone/>
            </a:pPr>
            <a:r>
              <a:t/>
            </a:r>
            <a:endParaRPr sz="2300">
              <a:solidFill>
                <a:srgbClr val="4B5563"/>
              </a:solidFill>
              <a:highlight>
                <a:srgbClr val="FFFFFF"/>
              </a:highlight>
              <a:latin typeface="Arial"/>
              <a:ea typeface="Arial"/>
              <a:cs typeface="Arial"/>
              <a:sym typeface="Arial"/>
            </a:endParaRPr>
          </a:p>
          <a:p>
            <a:pPr indent="0" lvl="0" marL="0" rtl="0" algn="l">
              <a:lnSpc>
                <a:spcPct val="160000"/>
              </a:lnSpc>
              <a:spcBef>
                <a:spcPts val="1100"/>
              </a:spcBef>
              <a:spcAft>
                <a:spcPts val="0"/>
              </a:spcAft>
              <a:buClr>
                <a:schemeClr val="dk1"/>
              </a:buClr>
              <a:buSzPct val="43137"/>
              <a:buFont typeface="Arial"/>
              <a:buNone/>
            </a:pPr>
            <a:r>
              <a:rPr lang="en-IN" sz="2550">
                <a:solidFill>
                  <a:srgbClr val="4B5563"/>
                </a:solidFill>
                <a:highlight>
                  <a:srgbClr val="FFFFFF"/>
                </a:highlight>
                <a:latin typeface="Arial"/>
                <a:ea typeface="Arial"/>
                <a:cs typeface="Arial"/>
                <a:sym typeface="Arial"/>
              </a:rPr>
              <a:t>The rapid proliferation of digital media has led to an unprecedented spread of misinformation, rumors, and fabricated articles across social platforms.</a:t>
            </a:r>
            <a:endParaRPr sz="2550">
              <a:solidFill>
                <a:srgbClr val="4B5563"/>
              </a:solidFill>
              <a:highlight>
                <a:srgbClr val="FFFFFF"/>
              </a:highlight>
              <a:latin typeface="Arial"/>
              <a:ea typeface="Arial"/>
              <a:cs typeface="Arial"/>
              <a:sym typeface="Arial"/>
            </a:endParaRPr>
          </a:p>
          <a:p>
            <a:pPr indent="0" lvl="0" marL="0" rtl="0" algn="l">
              <a:lnSpc>
                <a:spcPct val="160000"/>
              </a:lnSpc>
              <a:spcBef>
                <a:spcPts val="1100"/>
              </a:spcBef>
              <a:spcAft>
                <a:spcPts val="0"/>
              </a:spcAft>
              <a:buClr>
                <a:schemeClr val="dk1"/>
              </a:buClr>
              <a:buSzPct val="43137"/>
              <a:buFont typeface="Arial"/>
              <a:buNone/>
            </a:pPr>
            <a:r>
              <a:rPr lang="en-IN" sz="2550">
                <a:solidFill>
                  <a:srgbClr val="4B5563"/>
                </a:solidFill>
                <a:highlight>
                  <a:srgbClr val="FFFFFF"/>
                </a:highlight>
                <a:latin typeface="Arial"/>
                <a:ea typeface="Arial"/>
                <a:cs typeface="Arial"/>
                <a:sym typeface="Arial"/>
              </a:rPr>
              <a:t>This uncontrolled spread of "fake news" manipulates public opinion, disrupts democratic processes, and can instigate societal panic.</a:t>
            </a:r>
            <a:endParaRPr sz="2550">
              <a:solidFill>
                <a:srgbClr val="4B5563"/>
              </a:solidFill>
              <a:highlight>
                <a:srgbClr val="FFFFFF"/>
              </a:highlight>
              <a:latin typeface="Arial"/>
              <a:ea typeface="Arial"/>
              <a:cs typeface="Arial"/>
              <a:sym typeface="Arial"/>
            </a:endParaRPr>
          </a:p>
          <a:p>
            <a:pPr indent="0" lvl="0" marL="0" rtl="0" algn="l">
              <a:lnSpc>
                <a:spcPct val="160000"/>
              </a:lnSpc>
              <a:spcBef>
                <a:spcPts val="1100"/>
              </a:spcBef>
              <a:spcAft>
                <a:spcPts val="0"/>
              </a:spcAft>
              <a:buClr>
                <a:schemeClr val="dk1"/>
              </a:buClr>
              <a:buSzPct val="43137"/>
              <a:buFont typeface="Arial"/>
              <a:buNone/>
            </a:pPr>
            <a:r>
              <a:rPr lang="en-IN" sz="2550">
                <a:solidFill>
                  <a:srgbClr val="4B5563"/>
                </a:solidFill>
                <a:highlight>
                  <a:srgbClr val="FFFFFF"/>
                </a:highlight>
                <a:latin typeface="Arial"/>
                <a:ea typeface="Arial"/>
                <a:cs typeface="Arial"/>
                <a:sym typeface="Arial"/>
              </a:rPr>
              <a:t>The Core Issue: Manual fact-checking by human moderators is incredibly slow and entirely unscalable. There is a critical, immediate need for an automated system capable of analyzing text in real-time to provide users with an instant credibility assessment before harmful content is shared.</a:t>
            </a:r>
            <a:endParaRPr sz="2550">
              <a:solidFill>
                <a:srgbClr val="4B5563"/>
              </a:solidFill>
              <a:highlight>
                <a:srgbClr val="FFFFFF"/>
              </a:highlight>
              <a:latin typeface="Arial"/>
              <a:ea typeface="Arial"/>
              <a:cs typeface="Arial"/>
              <a:sym typeface="Arial"/>
            </a:endParaRPr>
          </a:p>
          <a:p>
            <a:pPr indent="0" lvl="0" marL="0" rtl="0" algn="l">
              <a:lnSpc>
                <a:spcPct val="110000"/>
              </a:lnSpc>
              <a:spcBef>
                <a:spcPts val="1100"/>
              </a:spcBef>
              <a:spcAft>
                <a:spcPts val="0"/>
              </a:spcAft>
              <a:buSzPct val="92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IN" sz="4400">
                <a:solidFill>
                  <a:schemeClr val="accent1"/>
                </a:solidFill>
                <a:latin typeface="Arial"/>
                <a:ea typeface="Arial"/>
                <a:cs typeface="Arial"/>
                <a:sym typeface="Arial"/>
              </a:rPr>
              <a:t>PROPOSED SOLUTION</a:t>
            </a:r>
            <a:endParaRPr sz="4400"/>
          </a:p>
        </p:txBody>
      </p:sp>
      <p:sp>
        <p:nvSpPr>
          <p:cNvPr id="117" name="Google Shape;117;p4"/>
          <p:cNvSpPr txBox="1"/>
          <p:nvPr>
            <p:ph idx="1" type="body"/>
          </p:nvPr>
        </p:nvSpPr>
        <p:spPr>
          <a:xfrm>
            <a:off x="441675" y="1406275"/>
            <a:ext cx="11613600" cy="4777500"/>
          </a:xfrm>
          <a:prstGeom prst="rect">
            <a:avLst/>
          </a:prstGeom>
          <a:noFill/>
          <a:ln>
            <a:noFill/>
          </a:ln>
        </p:spPr>
        <p:txBody>
          <a:bodyPr anchorCtr="0" anchor="ctr" bIns="45700" lIns="91425" spcFirstLastPara="1" rIns="91425" wrap="square" tIns="45700">
            <a:noAutofit/>
          </a:bodyPr>
          <a:lstStyle/>
          <a:p>
            <a:pPr indent="-235331" lvl="0" marL="305435" rtl="0" algn="l">
              <a:lnSpc>
                <a:spcPct val="110000"/>
              </a:lnSpc>
              <a:spcBef>
                <a:spcPts val="0"/>
              </a:spcBef>
              <a:spcAft>
                <a:spcPts val="0"/>
              </a:spcAft>
              <a:buSzPts val="1104"/>
              <a:buNone/>
            </a:pPr>
            <a:r>
              <a:t/>
            </a:r>
            <a:endParaRPr b="1" sz="1200">
              <a:latin typeface="Calibri"/>
              <a:ea typeface="Calibri"/>
              <a:cs typeface="Calibri"/>
              <a:sym typeface="Calibri"/>
            </a:endParaRPr>
          </a:p>
          <a:p>
            <a:pPr indent="-324231" lvl="0" marL="305435" rtl="0" algn="l">
              <a:lnSpc>
                <a:spcPct val="110000"/>
              </a:lnSpc>
              <a:spcBef>
                <a:spcPts val="840"/>
              </a:spcBef>
              <a:spcAft>
                <a:spcPts val="0"/>
              </a:spcAft>
              <a:buSzPts val="1400"/>
              <a:buChar char="◼"/>
            </a:pPr>
            <a:r>
              <a:rPr b="1" lang="en-IN" sz="1400">
                <a:latin typeface="Calibri"/>
                <a:ea typeface="Calibri"/>
                <a:cs typeface="Calibri"/>
                <a:sym typeface="Calibri"/>
              </a:rPr>
              <a:t>Input: accept either an article URL or pasted raw article text.</a:t>
            </a:r>
            <a:endParaRPr b="1" sz="1400">
              <a:latin typeface="Calibri"/>
              <a:ea typeface="Calibri"/>
              <a:cs typeface="Calibri"/>
              <a:sym typeface="Calibri"/>
            </a:endParaRPr>
          </a:p>
          <a:p>
            <a:pPr indent="-324231" lvl="0" marL="305435" rtl="0" algn="l">
              <a:lnSpc>
                <a:spcPct val="110000"/>
              </a:lnSpc>
              <a:spcBef>
                <a:spcPts val="840"/>
              </a:spcBef>
              <a:spcAft>
                <a:spcPts val="0"/>
              </a:spcAft>
              <a:buSzPts val="1400"/>
              <a:buChar char="◼"/>
            </a:pPr>
            <a:r>
              <a:rPr b="1" lang="en-IN" sz="1400">
                <a:latin typeface="Calibri"/>
                <a:ea typeface="Calibri"/>
                <a:cs typeface="Calibri"/>
                <a:sym typeface="Calibri"/>
              </a:rPr>
              <a:t>Extraction: scrape and clean the article (prefer &lt;article&gt;, fallback to &lt;body&gt;), remove noise tags and truncate to a safe token budget (~12k chars).</a:t>
            </a:r>
            <a:endParaRPr b="1" sz="1400">
              <a:latin typeface="Calibri"/>
              <a:ea typeface="Calibri"/>
              <a:cs typeface="Calibri"/>
              <a:sym typeface="Calibri"/>
            </a:endParaRPr>
          </a:p>
          <a:p>
            <a:pPr indent="-324231" lvl="0" marL="305435" rtl="0" algn="l">
              <a:lnSpc>
                <a:spcPct val="110000"/>
              </a:lnSpc>
              <a:spcBef>
                <a:spcPts val="840"/>
              </a:spcBef>
              <a:spcAft>
                <a:spcPts val="0"/>
              </a:spcAft>
              <a:buSzPts val="1400"/>
              <a:buFont typeface="Calibri"/>
              <a:buChar char="◼"/>
            </a:pPr>
            <a:r>
              <a:rPr b="1" lang="en-IN" sz="1400">
                <a:latin typeface="Calibri"/>
                <a:ea typeface="Calibri"/>
                <a:cs typeface="Calibri"/>
                <a:sym typeface="Calibri"/>
              </a:rPr>
              <a:t>Structured prompting: build a system + user prompt that instructs the model to return machine-readable JSON only.</a:t>
            </a:r>
            <a:endParaRPr b="1" sz="1400">
              <a:latin typeface="Calibri"/>
              <a:ea typeface="Calibri"/>
              <a:cs typeface="Calibri"/>
              <a:sym typeface="Calibri"/>
            </a:endParaRPr>
          </a:p>
          <a:p>
            <a:pPr indent="-324231" lvl="0" marL="305435" rtl="0" algn="l">
              <a:lnSpc>
                <a:spcPct val="110000"/>
              </a:lnSpc>
              <a:spcBef>
                <a:spcPts val="840"/>
              </a:spcBef>
              <a:spcAft>
                <a:spcPts val="0"/>
              </a:spcAft>
              <a:buSzPts val="1400"/>
              <a:buFont typeface="Calibri"/>
              <a:buChar char="◼"/>
            </a:pPr>
            <a:r>
              <a:rPr b="1" lang="en-IN" sz="1400">
                <a:latin typeface="Calibri"/>
                <a:ea typeface="Calibri"/>
                <a:cs typeface="Calibri"/>
                <a:sym typeface="Calibri"/>
              </a:rPr>
              <a:t>Multi-provider support: pluggable LLM providers with defaults (Gemini, OpenAI) and command/UI overrides for model &amp; API key.</a:t>
            </a:r>
            <a:endParaRPr b="1" sz="1400">
              <a:latin typeface="Calibri"/>
              <a:ea typeface="Calibri"/>
              <a:cs typeface="Calibri"/>
              <a:sym typeface="Calibri"/>
            </a:endParaRPr>
          </a:p>
          <a:p>
            <a:pPr indent="-324231" lvl="0" marL="305435" rtl="0" algn="l">
              <a:lnSpc>
                <a:spcPct val="110000"/>
              </a:lnSpc>
              <a:spcBef>
                <a:spcPts val="840"/>
              </a:spcBef>
              <a:spcAft>
                <a:spcPts val="0"/>
              </a:spcAft>
              <a:buSzPts val="1400"/>
              <a:buFont typeface="Calibri"/>
              <a:buChar char="◼"/>
            </a:pPr>
            <a:r>
              <a:rPr b="1" lang="en-IN" sz="1400">
                <a:latin typeface="Calibri"/>
                <a:ea typeface="Calibri"/>
                <a:cs typeface="Calibri"/>
                <a:sym typeface="Calibri"/>
              </a:rPr>
              <a:t>JSON contract: require a fixed schema (credibility_score, verdict, summary, red_flags, positive_indicators, claim_checks,recommended_sources, student_tip) for deterministic parsing.</a:t>
            </a:r>
            <a:endParaRPr b="1" sz="1400">
              <a:latin typeface="Calibri"/>
              <a:ea typeface="Calibri"/>
              <a:cs typeface="Calibri"/>
              <a:sym typeface="Calibri"/>
            </a:endParaRPr>
          </a:p>
          <a:p>
            <a:pPr indent="-324231" lvl="0" marL="305435" rtl="0" algn="l">
              <a:lnSpc>
                <a:spcPct val="110000"/>
              </a:lnSpc>
              <a:spcBef>
                <a:spcPts val="840"/>
              </a:spcBef>
              <a:spcAft>
                <a:spcPts val="0"/>
              </a:spcAft>
              <a:buSzPts val="1400"/>
              <a:buFont typeface="Calibri"/>
              <a:buChar char="◼"/>
            </a:pPr>
            <a:r>
              <a:rPr b="1" lang="en-IN" sz="1400">
                <a:latin typeface="Calibri"/>
                <a:ea typeface="Calibri"/>
                <a:cs typeface="Calibri"/>
                <a:sym typeface="Calibri"/>
              </a:rPr>
              <a:t>Parsing &amp; model-check: parse LLM output into a CredibilityReport dataclass and validate JSON; surface raw LLM response on parse failure.</a:t>
            </a:r>
            <a:endParaRPr b="1" sz="1400">
              <a:latin typeface="Calibri"/>
              <a:ea typeface="Calibri"/>
              <a:cs typeface="Calibri"/>
              <a:sym typeface="Calibri"/>
            </a:endParaRPr>
          </a:p>
          <a:p>
            <a:pPr indent="-324231" lvl="0" marL="305435" rtl="0" algn="l">
              <a:lnSpc>
                <a:spcPct val="110000"/>
              </a:lnSpc>
              <a:spcBef>
                <a:spcPts val="840"/>
              </a:spcBef>
              <a:spcAft>
                <a:spcPts val="0"/>
              </a:spcAft>
              <a:buSzPts val="1400"/>
              <a:buFont typeface="Calibri"/>
              <a:buChar char="◼"/>
            </a:pPr>
            <a:r>
              <a:rPr b="1" lang="en-IN" sz="1400">
                <a:latin typeface="Calibri"/>
                <a:ea typeface="Calibri"/>
                <a:cs typeface="Calibri"/>
                <a:sym typeface="Calibri"/>
              </a:rPr>
              <a:t>Renderers: human-friendly colored CLI report (colorama) and an interactive Streamlit UI (score bar, expanders, badges).</a:t>
            </a:r>
            <a:endParaRPr b="1" sz="1400">
              <a:latin typeface="Calibri"/>
              <a:ea typeface="Calibri"/>
              <a:cs typeface="Calibri"/>
              <a:sym typeface="Calibri"/>
            </a:endParaRPr>
          </a:p>
          <a:p>
            <a:pPr indent="-324231" lvl="0" marL="305435" rtl="0" algn="l">
              <a:lnSpc>
                <a:spcPct val="110000"/>
              </a:lnSpc>
              <a:spcBef>
                <a:spcPts val="840"/>
              </a:spcBef>
              <a:spcAft>
                <a:spcPts val="0"/>
              </a:spcAft>
              <a:buSzPts val="1400"/>
              <a:buFont typeface="Calibri"/>
              <a:buChar char="◼"/>
            </a:pPr>
            <a:r>
              <a:rPr b="1" lang="en-IN" sz="1400">
                <a:latin typeface="Calibri"/>
                <a:ea typeface="Calibri"/>
                <a:cs typeface="Calibri"/>
                <a:sym typeface="Calibri"/>
              </a:rPr>
              <a:t>Error handling &amp; safety: clear user errors for fetch/provider failures, truncation to avoid token overuse, and explicit warnings about LLM hallucinations.</a:t>
            </a:r>
            <a:endParaRPr b="1" sz="1400">
              <a:latin typeface="Calibri"/>
              <a:ea typeface="Calibri"/>
              <a:cs typeface="Calibri"/>
              <a:sym typeface="Calibri"/>
            </a:endParaRPr>
          </a:p>
          <a:p>
            <a:pPr indent="-324231" lvl="0" marL="305435" rtl="0" algn="l">
              <a:lnSpc>
                <a:spcPct val="110000"/>
              </a:lnSpc>
              <a:spcBef>
                <a:spcPts val="840"/>
              </a:spcBef>
              <a:spcAft>
                <a:spcPts val="0"/>
              </a:spcAft>
              <a:buSzPts val="1400"/>
              <a:buFont typeface="Calibri"/>
              <a:buChar char="◼"/>
            </a:pPr>
            <a:r>
              <a:rPr b="1" lang="en-IN" sz="1400">
                <a:latin typeface="Calibri"/>
                <a:ea typeface="Calibri"/>
                <a:cs typeface="Calibri"/>
                <a:sym typeface="Calibri"/>
              </a:rPr>
              <a:t>Extensibility: modular architecture to add providers, integrate fact-check/ClaimReview APIs, or ensemble multiple models for more robust verdicts.</a:t>
            </a:r>
            <a:endParaRPr b="1" sz="1400">
              <a:latin typeface="Calibri"/>
              <a:ea typeface="Calibri"/>
              <a:cs typeface="Calibri"/>
              <a:sym typeface="Calibri"/>
            </a:endParaRPr>
          </a:p>
          <a:p>
            <a:pPr indent="-324231" lvl="0" marL="305435" rtl="0" algn="l">
              <a:lnSpc>
                <a:spcPct val="110000"/>
              </a:lnSpc>
              <a:spcBef>
                <a:spcPts val="840"/>
              </a:spcBef>
              <a:spcAft>
                <a:spcPts val="0"/>
              </a:spcAft>
              <a:buSzPts val="1400"/>
              <a:buFont typeface="Calibri"/>
              <a:buChar char="◼"/>
            </a:pPr>
            <a:r>
              <a:rPr b="1" lang="en-IN" sz="1400">
                <a:latin typeface="Calibri"/>
                <a:ea typeface="Calibri"/>
                <a:cs typeface="Calibri"/>
                <a:sym typeface="Calibri"/>
              </a:rPr>
              <a:t>Deployment: run locally (venv), or deploy Streamlit app via Streamlit Cloud / Docker / PaaS; keep API keys in env vars or secrets (OPENAI_API_KEY / GEMINI_API_KEY).</a:t>
            </a:r>
            <a:endParaRPr b="1" sz="1400">
              <a:latin typeface="Calibri"/>
              <a:ea typeface="Calibri"/>
              <a:cs typeface="Calibri"/>
              <a:sym typeface="Calibri"/>
            </a:endParaRPr>
          </a:p>
          <a:p>
            <a:pPr indent="0" lvl="0" marL="0" rtl="0" algn="l">
              <a:lnSpc>
                <a:spcPct val="110000"/>
              </a:lnSpc>
              <a:spcBef>
                <a:spcPts val="940"/>
              </a:spcBef>
              <a:spcAft>
                <a:spcPts val="0"/>
              </a:spcAft>
              <a:buSzPts val="1564"/>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5"/>
          <p:cNvSpPr txBox="1"/>
          <p:nvPr>
            <p:ph type="title"/>
          </p:nvPr>
        </p:nvSpPr>
        <p:spPr>
          <a:xfrm>
            <a:off x="581192" y="662572"/>
            <a:ext cx="11029500" cy="530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IN" sz="4400">
                <a:solidFill>
                  <a:schemeClr val="accent1"/>
                </a:solidFill>
                <a:latin typeface="Arial"/>
                <a:ea typeface="Arial"/>
                <a:cs typeface="Arial"/>
                <a:sym typeface="Arial"/>
              </a:rPr>
              <a:t>SYSTEM  APPROACH</a:t>
            </a:r>
            <a:endParaRPr sz="4400">
              <a:solidFill>
                <a:schemeClr val="accent1"/>
              </a:solidFill>
              <a:latin typeface="Calibri"/>
              <a:ea typeface="Calibri"/>
              <a:cs typeface="Calibri"/>
              <a:sym typeface="Calibri"/>
            </a:endParaRPr>
          </a:p>
        </p:txBody>
      </p:sp>
      <p:sp>
        <p:nvSpPr>
          <p:cNvPr id="123" name="Google Shape;123;p5"/>
          <p:cNvSpPr txBox="1"/>
          <p:nvPr>
            <p:ph idx="1" type="body"/>
          </p:nvPr>
        </p:nvSpPr>
        <p:spPr>
          <a:xfrm>
            <a:off x="581192" y="1302026"/>
            <a:ext cx="11029500" cy="4673400"/>
          </a:xfrm>
          <a:prstGeom prst="rect">
            <a:avLst/>
          </a:prstGeom>
          <a:noFill/>
          <a:ln>
            <a:noFill/>
          </a:ln>
        </p:spPr>
        <p:txBody>
          <a:bodyPr anchorCtr="0" anchor="ctr" bIns="45700" lIns="91425" spcFirstLastPara="1" rIns="91425" wrap="square" tIns="45700">
            <a:normAutofit lnSpcReduction="20000"/>
          </a:bodyPr>
          <a:lstStyle/>
          <a:p>
            <a:pPr indent="0" lvl="0" marL="0" rtl="0" algn="l">
              <a:lnSpc>
                <a:spcPct val="110000"/>
              </a:lnSpc>
              <a:spcBef>
                <a:spcPts val="0"/>
              </a:spcBef>
              <a:spcAft>
                <a:spcPts val="0"/>
              </a:spcAft>
              <a:buSzPts val="1656"/>
              <a:buNone/>
            </a:pPr>
            <a:r>
              <a:t/>
            </a:r>
            <a:endParaRPr/>
          </a:p>
          <a:p>
            <a:pPr indent="-305435" lvl="0" marL="305435" rtl="0" algn="l">
              <a:lnSpc>
                <a:spcPct val="110000"/>
              </a:lnSpc>
              <a:spcBef>
                <a:spcPts val="960"/>
              </a:spcBef>
              <a:spcAft>
                <a:spcPts val="0"/>
              </a:spcAft>
              <a:buSzPts val="1656"/>
              <a:buChar char="◼"/>
            </a:pPr>
            <a:r>
              <a:rPr b="1" lang="en-IN" sz="1800">
                <a:solidFill>
                  <a:srgbClr val="0F0F0F"/>
                </a:solidFill>
              </a:rPr>
              <a:t>System requirements</a:t>
            </a:r>
            <a:endParaRPr b="1" sz="1800">
              <a:solidFill>
                <a:srgbClr val="0F0F0F"/>
              </a:solidFill>
            </a:endParaRPr>
          </a:p>
          <a:p>
            <a:pPr indent="0" lvl="0" marL="306000" rtl="0" algn="l">
              <a:spcBef>
                <a:spcPts val="960"/>
              </a:spcBef>
              <a:spcAft>
                <a:spcPts val="0"/>
              </a:spcAft>
              <a:buNone/>
            </a:pPr>
            <a:r>
              <a:rPr lang="en-IN" sz="1800">
                <a:solidFill>
                  <a:srgbClr val="0F0F0F"/>
                </a:solidFill>
              </a:rPr>
              <a:t>Environment: Python 3.9+ with virtual environment (venv).</a:t>
            </a:r>
            <a:endParaRPr sz="1800">
              <a:solidFill>
                <a:srgbClr val="0F0F0F"/>
              </a:solidFill>
            </a:endParaRPr>
          </a:p>
          <a:p>
            <a:pPr indent="0" lvl="0" marL="306000" rtl="0" algn="l">
              <a:spcBef>
                <a:spcPts val="960"/>
              </a:spcBef>
              <a:spcAft>
                <a:spcPts val="0"/>
              </a:spcAft>
              <a:buNone/>
            </a:pPr>
            <a:r>
              <a:rPr lang="en-IN" sz="1800">
                <a:solidFill>
                  <a:srgbClr val="0F0F0F"/>
                </a:solidFill>
              </a:rPr>
              <a:t>Deployment: Local machine (≥2GB RAM) or Cloud/Docker (≥512MB RAM). No local GPU needed.</a:t>
            </a:r>
            <a:endParaRPr sz="1800">
              <a:solidFill>
                <a:srgbClr val="0F0F0F"/>
              </a:solidFill>
            </a:endParaRPr>
          </a:p>
          <a:p>
            <a:pPr indent="0" lvl="0" marL="306000" rtl="0" algn="l">
              <a:spcBef>
                <a:spcPts val="960"/>
              </a:spcBef>
              <a:spcAft>
                <a:spcPts val="0"/>
              </a:spcAft>
              <a:buNone/>
            </a:pPr>
            <a:r>
              <a:rPr lang="en-IN" sz="1800">
                <a:solidFill>
                  <a:srgbClr val="0F0F0F"/>
                </a:solidFill>
              </a:rPr>
              <a:t>Credentials: Active Google Gemini or OpenAI API keys stored securely as environment variables.</a:t>
            </a:r>
            <a:endParaRPr sz="1800">
              <a:solidFill>
                <a:srgbClr val="0F0F0F"/>
              </a:solidFill>
            </a:endParaRPr>
          </a:p>
          <a:p>
            <a:pPr indent="-305435" lvl="0" marL="305435" rtl="0" algn="l">
              <a:lnSpc>
                <a:spcPct val="110000"/>
              </a:lnSpc>
              <a:spcBef>
                <a:spcPts val="960"/>
              </a:spcBef>
              <a:spcAft>
                <a:spcPts val="0"/>
              </a:spcAft>
              <a:buSzPts val="1656"/>
              <a:buChar char="◼"/>
            </a:pPr>
            <a:r>
              <a:rPr b="1" lang="en-IN" sz="1800">
                <a:solidFill>
                  <a:srgbClr val="0F0F0F"/>
                </a:solidFill>
              </a:rPr>
              <a:t>Library required to build the model</a:t>
            </a:r>
            <a:endParaRPr b="1" sz="1800">
              <a:solidFill>
                <a:srgbClr val="0F0F0F"/>
              </a:solidFill>
            </a:endParaRPr>
          </a:p>
          <a:p>
            <a:pPr indent="0" lvl="0" marL="306000" rtl="0" algn="l">
              <a:spcBef>
                <a:spcPts val="960"/>
              </a:spcBef>
              <a:spcAft>
                <a:spcPts val="0"/>
              </a:spcAft>
              <a:buNone/>
            </a:pPr>
            <a:r>
              <a:rPr lang="en-IN" sz="1800">
                <a:solidFill>
                  <a:srgbClr val="0F0F0F"/>
                </a:solidFill>
              </a:rPr>
              <a:t>Scraping: requests, beautifulsoup4 (optional: trafilatura)</a:t>
            </a:r>
            <a:endParaRPr sz="1800">
              <a:solidFill>
                <a:srgbClr val="0F0F0F"/>
              </a:solidFill>
            </a:endParaRPr>
          </a:p>
          <a:p>
            <a:pPr indent="0" lvl="0" marL="306000" rtl="0" algn="l">
              <a:spcBef>
                <a:spcPts val="960"/>
              </a:spcBef>
              <a:spcAft>
                <a:spcPts val="0"/>
              </a:spcAft>
              <a:buNone/>
            </a:pPr>
            <a:r>
              <a:rPr lang="en-IN" sz="1800">
                <a:solidFill>
                  <a:srgbClr val="0F0F0F"/>
                </a:solidFill>
              </a:rPr>
              <a:t>LLMs: google-generative ai, openai</a:t>
            </a:r>
            <a:endParaRPr sz="1800">
              <a:solidFill>
                <a:srgbClr val="0F0F0F"/>
              </a:solidFill>
            </a:endParaRPr>
          </a:p>
          <a:p>
            <a:pPr indent="0" lvl="0" marL="306000" rtl="0" algn="l">
              <a:spcBef>
                <a:spcPts val="960"/>
              </a:spcBef>
              <a:spcAft>
                <a:spcPts val="0"/>
              </a:spcAft>
              <a:buNone/>
            </a:pPr>
            <a:r>
              <a:rPr lang="en-IN" sz="1800">
                <a:solidFill>
                  <a:srgbClr val="0F0F0F"/>
                </a:solidFill>
              </a:rPr>
              <a:t>Data/Validation: pedantic, dataclasses, json</a:t>
            </a:r>
            <a:endParaRPr sz="1800">
              <a:solidFill>
                <a:srgbClr val="0F0F0F"/>
              </a:solidFill>
            </a:endParaRPr>
          </a:p>
          <a:p>
            <a:pPr indent="0" lvl="0" marL="306000" rtl="0" algn="l">
              <a:spcBef>
                <a:spcPts val="960"/>
              </a:spcBef>
              <a:spcAft>
                <a:spcPts val="0"/>
              </a:spcAft>
              <a:buNone/>
            </a:pPr>
            <a:r>
              <a:rPr lang="en-IN" sz="1800">
                <a:solidFill>
                  <a:srgbClr val="0F0F0F"/>
                </a:solidFill>
              </a:rPr>
              <a:t>Interfaces: streamlit (Web GUI), colorama (CLI)</a:t>
            </a:r>
            <a:endParaRPr sz="1800">
              <a:solidFill>
                <a:srgbClr val="0F0F0F"/>
              </a:solidFill>
            </a:endParaRPr>
          </a:p>
          <a:p>
            <a:pPr indent="0" lvl="0" marL="306000" rtl="0" algn="l">
              <a:spcBef>
                <a:spcPts val="960"/>
              </a:spcBef>
              <a:spcAft>
                <a:spcPts val="0"/>
              </a:spcAft>
              <a:buNone/>
            </a:pPr>
            <a:r>
              <a:rPr lang="en-IN" sz="1800">
                <a:solidFill>
                  <a:srgbClr val="0F0F0F"/>
                </a:solidFill>
              </a:rPr>
              <a:t>Config: python-dotenv</a:t>
            </a:r>
            <a:endParaRPr sz="1800">
              <a:solidFill>
                <a:srgbClr val="0F0F0F"/>
              </a:solidFill>
            </a:endParaRPr>
          </a:p>
          <a:p>
            <a:pPr indent="0" lvl="0" marL="306000" rtl="0" algn="l">
              <a:lnSpc>
                <a:spcPct val="110000"/>
              </a:lnSpc>
              <a:spcBef>
                <a:spcPts val="960"/>
              </a:spcBef>
              <a:spcAft>
                <a:spcPts val="0"/>
              </a:spcAft>
              <a:buNone/>
            </a:pPr>
            <a:r>
              <a:t/>
            </a:r>
            <a:endParaRPr b="1" sz="1800">
              <a:solidFill>
                <a:srgbClr val="0F0F0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6"/>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IN" sz="4400">
                <a:solidFill>
                  <a:schemeClr val="accent1"/>
                </a:solidFill>
                <a:latin typeface="Arial"/>
                <a:ea typeface="Arial"/>
                <a:cs typeface="Arial"/>
                <a:sym typeface="Arial"/>
              </a:rPr>
              <a:t>ALGORITHM &amp; DEPLOYMENT</a:t>
            </a:r>
            <a:endParaRPr/>
          </a:p>
        </p:txBody>
      </p:sp>
      <p:sp>
        <p:nvSpPr>
          <p:cNvPr id="129" name="Google Shape;129;p6"/>
          <p:cNvSpPr txBox="1"/>
          <p:nvPr>
            <p:ph idx="1" type="body"/>
          </p:nvPr>
        </p:nvSpPr>
        <p:spPr>
          <a:xfrm>
            <a:off x="581192" y="1302026"/>
            <a:ext cx="11029615" cy="4673324"/>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0"/>
              </a:spcBef>
              <a:spcAft>
                <a:spcPts val="0"/>
              </a:spcAft>
              <a:buNone/>
            </a:pPr>
            <a:r>
              <a:t/>
            </a:r>
            <a:endParaRPr sz="1400"/>
          </a:p>
          <a:p>
            <a:pPr indent="-305435" lvl="0" marL="305435" rtl="0" algn="l">
              <a:lnSpc>
                <a:spcPct val="110000"/>
              </a:lnSpc>
              <a:spcBef>
                <a:spcPts val="880"/>
              </a:spcBef>
              <a:spcAft>
                <a:spcPts val="0"/>
              </a:spcAft>
              <a:buSzPts val="1288"/>
              <a:buChar char="◼"/>
            </a:pPr>
            <a:r>
              <a:rPr b="1" lang="en-IN" sz="1400"/>
              <a:t>Algorithm Selection:</a:t>
            </a:r>
            <a:endParaRPr sz="1400"/>
          </a:p>
          <a:p>
            <a:pPr indent="-305435" lvl="1" marL="629920" rtl="0" algn="l">
              <a:spcBef>
                <a:spcPts val="880"/>
              </a:spcBef>
              <a:spcAft>
                <a:spcPts val="0"/>
              </a:spcAft>
              <a:buSzPts val="1288"/>
              <a:buChar char="◼"/>
            </a:pPr>
            <a:r>
              <a:rPr lang="en-IN"/>
              <a:t>The system utilizes a Natural Language Processing (NLP) classification model, specifically a Passive Aggressive Classifier paired with a TF-IDF Vectorizer. This was chosen for its high efficiency and accuracy in handling massive, high-dimensional textual data characteristic of news articles.</a:t>
            </a:r>
            <a:endParaRPr/>
          </a:p>
          <a:p>
            <a:pPr indent="-305435" lvl="0" marL="305435" rtl="0" algn="l">
              <a:lnSpc>
                <a:spcPct val="110000"/>
              </a:lnSpc>
              <a:spcBef>
                <a:spcPts val="880"/>
              </a:spcBef>
              <a:spcAft>
                <a:spcPts val="0"/>
              </a:spcAft>
              <a:buSzPts val="1288"/>
              <a:buChar char="◼"/>
            </a:pPr>
            <a:r>
              <a:rPr b="1" lang="en-IN" sz="1400"/>
              <a:t>Data Input:</a:t>
            </a:r>
            <a:endParaRPr sz="1400"/>
          </a:p>
          <a:p>
            <a:pPr indent="-305435" lvl="1" marL="629920" rtl="0" algn="l">
              <a:spcBef>
                <a:spcPts val="880"/>
              </a:spcBef>
              <a:spcAft>
                <a:spcPts val="0"/>
              </a:spcAft>
              <a:buSzPts val="1288"/>
              <a:buChar char="◼"/>
            </a:pPr>
            <a:r>
              <a:rPr lang="en-IN"/>
              <a:t>The algorithm takes raw textual features as input, primarily the main body text and titles of news articles.</a:t>
            </a:r>
            <a:endParaRPr/>
          </a:p>
          <a:p>
            <a:pPr indent="-305435" lvl="0" marL="305435" rtl="0" algn="l">
              <a:lnSpc>
                <a:spcPct val="110000"/>
              </a:lnSpc>
              <a:spcBef>
                <a:spcPts val="880"/>
              </a:spcBef>
              <a:spcAft>
                <a:spcPts val="0"/>
              </a:spcAft>
              <a:buSzPts val="1288"/>
              <a:buChar char="◼"/>
            </a:pPr>
            <a:r>
              <a:rPr b="1" lang="en-IN" sz="1400"/>
              <a:t>Training Process:</a:t>
            </a:r>
            <a:endParaRPr sz="1400"/>
          </a:p>
          <a:p>
            <a:pPr indent="-305435" lvl="1" marL="629920" rtl="0" algn="l">
              <a:spcBef>
                <a:spcPts val="880"/>
              </a:spcBef>
              <a:spcAft>
                <a:spcPts val="0"/>
              </a:spcAft>
              <a:buSzPts val="1288"/>
              <a:buChar char="◼"/>
            </a:pPr>
            <a:r>
              <a:rPr lang="en-IN"/>
              <a:t>The algorithm is trained using large historical datasets containing labeled real and fabricated articles. The text is preprocessed (tokenization, stop-word removal) and vectorized. The model iteratively learns the vocabulary weights and patterns associated with deceptive journalism using techniques like train-test splitting to validate performance.</a:t>
            </a:r>
            <a:endParaRPr/>
          </a:p>
          <a:p>
            <a:pPr indent="-305435" lvl="0" marL="305435" rtl="0" algn="l">
              <a:lnSpc>
                <a:spcPct val="110000"/>
              </a:lnSpc>
              <a:spcBef>
                <a:spcPts val="880"/>
              </a:spcBef>
              <a:spcAft>
                <a:spcPts val="0"/>
              </a:spcAft>
              <a:buSzPts val="1288"/>
              <a:buChar char="◼"/>
            </a:pPr>
            <a:r>
              <a:rPr b="1" lang="en-IN" sz="1400"/>
              <a:t>Prediction Process:</a:t>
            </a:r>
            <a:endParaRPr sz="1400"/>
          </a:p>
          <a:p>
            <a:pPr indent="-305435" lvl="1" marL="629920" rtl="0" algn="l">
              <a:spcBef>
                <a:spcPts val="880"/>
              </a:spcBef>
              <a:spcAft>
                <a:spcPts val="0"/>
              </a:spcAft>
              <a:buSzPts val="1288"/>
              <a:buChar char="◼"/>
            </a:pPr>
            <a:r>
              <a:rPr lang="en-IN"/>
              <a:t>During deployment (e.g., via Streamlit), user-provided text is instantly cleaned and vectorized using the saved TF-IDF matrix. The trained model analyzes this vector to output a real-time binary prediction (Fake or Real) to the user.</a:t>
            </a:r>
            <a:endParaRPr/>
          </a:p>
          <a:p>
            <a:pPr indent="-206121" lvl="0" marL="305435" rtl="0" algn="l">
              <a:lnSpc>
                <a:spcPct val="110000"/>
              </a:lnSpc>
              <a:spcBef>
                <a:spcPts val="940"/>
              </a:spcBef>
              <a:spcAft>
                <a:spcPts val="0"/>
              </a:spcAft>
              <a:buSzPts val="1564"/>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7"/>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IN" sz="4400">
                <a:solidFill>
                  <a:schemeClr val="accent1"/>
                </a:solidFill>
                <a:latin typeface="Arial"/>
                <a:ea typeface="Arial"/>
                <a:cs typeface="Arial"/>
                <a:sym typeface="Arial"/>
              </a:rPr>
              <a:t>RESULT</a:t>
            </a:r>
            <a:endParaRPr/>
          </a:p>
        </p:txBody>
      </p:sp>
      <p:sp>
        <p:nvSpPr>
          <p:cNvPr id="135" name="Google Shape;135;p7"/>
          <p:cNvSpPr txBox="1"/>
          <p:nvPr>
            <p:ph idx="1" type="body"/>
          </p:nvPr>
        </p:nvSpPr>
        <p:spPr>
          <a:xfrm>
            <a:off x="581192" y="1302026"/>
            <a:ext cx="11029615" cy="4673324"/>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0"/>
              </a:spcBef>
              <a:spcAft>
                <a:spcPts val="0"/>
              </a:spcAft>
              <a:buSzPts val="2208"/>
              <a:buNone/>
            </a:pPr>
            <a:r>
              <a:rPr lang="en-IN" sz="2400">
                <a:solidFill>
                  <a:srgbClr val="0F0F0F"/>
                </a:solidFill>
              </a:rPr>
              <a:t>Present the results of the machine learning model in terms of its accuracy and effectiveness in predicting bike counts. Include visualizations and comparisons between predicted and actual counts to highlight the model's performance.</a:t>
            </a:r>
            <a:endParaRPr sz="2400"/>
          </a:p>
        </p:txBody>
      </p:sp>
      <p:pic>
        <p:nvPicPr>
          <p:cNvPr id="136" name="Google Shape;136;p7"/>
          <p:cNvPicPr preferRelativeResize="0"/>
          <p:nvPr/>
        </p:nvPicPr>
        <p:blipFill>
          <a:blip r:embed="rId3">
            <a:alphaModFix/>
          </a:blip>
          <a:stretch>
            <a:fillRect/>
          </a:stretch>
        </p:blipFill>
        <p:spPr>
          <a:xfrm>
            <a:off x="269700" y="1449900"/>
            <a:ext cx="11789599" cy="47705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8"/>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IN" sz="4400">
                <a:solidFill>
                  <a:schemeClr val="accent1"/>
                </a:solidFill>
                <a:latin typeface="Arial"/>
                <a:ea typeface="Arial"/>
                <a:cs typeface="Arial"/>
                <a:sym typeface="Arial"/>
              </a:rPr>
              <a:t>CONCLUSION</a:t>
            </a:r>
            <a:endParaRPr/>
          </a:p>
        </p:txBody>
      </p:sp>
      <p:sp>
        <p:nvSpPr>
          <p:cNvPr id="142" name="Google Shape;142;p8"/>
          <p:cNvSpPr txBox="1"/>
          <p:nvPr>
            <p:ph idx="1" type="body"/>
          </p:nvPr>
        </p:nvSpPr>
        <p:spPr>
          <a:xfrm>
            <a:off x="581192" y="1302026"/>
            <a:ext cx="11029615" cy="4673324"/>
          </a:xfrm>
          <a:prstGeom prst="rect">
            <a:avLst/>
          </a:prstGeom>
          <a:noFill/>
          <a:ln>
            <a:noFill/>
          </a:ln>
        </p:spPr>
        <p:txBody>
          <a:bodyPr anchorCtr="0" anchor="ctr" bIns="45700" lIns="91425" spcFirstLastPara="1" rIns="91425" wrap="square" tIns="45700">
            <a:normAutofit/>
          </a:bodyPr>
          <a:lstStyle/>
          <a:p>
            <a:pPr indent="-305435" lvl="0" marL="305435" rtl="0" algn="l">
              <a:lnSpc>
                <a:spcPct val="110000"/>
              </a:lnSpc>
              <a:spcBef>
                <a:spcPts val="0"/>
              </a:spcBef>
              <a:spcAft>
                <a:spcPts val="0"/>
              </a:spcAft>
              <a:buSzPts val="1840"/>
              <a:buChar char="◼"/>
            </a:pPr>
            <a:r>
              <a:rPr lang="en-IN" sz="2000">
                <a:solidFill>
                  <a:srgbClr val="0F0F0F"/>
                </a:solidFill>
              </a:rPr>
              <a:t>The proposed NLP-based system successfully identifies deceptive news patterns, demonstrating that machine learning can reliably automate the classification of textual misinformation with high accuracy. During implementation, the primary challenges involved handling nuanced language—such as sarcasm or satire—and managing the computational overhead required to preprocess and vectorize large, unstructured text datasets. To enhance the model's robustness, future improvements could integrate advanced deep learning architectures, like BERT, to better capture contextual meaning, alongside expanding the dataset to include diverse, real-time sources. Ultimately, deploying an accurate fake news detection tool is critical in today’s digital landscape to preserve public trust, curb the rapid spread of harmful misinformation, and ensure a stable, reliable flow of information across online platforms.</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9"/>
          <p:cNvSpPr txBox="1"/>
          <p:nvPr>
            <p:ph idx="1" type="body"/>
          </p:nvPr>
        </p:nvSpPr>
        <p:spPr>
          <a:xfrm>
            <a:off x="581192" y="1302026"/>
            <a:ext cx="11029615" cy="4673324"/>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0"/>
              </a:spcBef>
              <a:spcAft>
                <a:spcPts val="0"/>
              </a:spcAft>
              <a:buSzPts val="1840"/>
              <a:buNone/>
            </a:pPr>
            <a:r>
              <a:t/>
            </a:r>
            <a:endParaRPr b="1" sz="2000"/>
          </a:p>
          <a:p>
            <a:pPr indent="-305435" lvl="0" marL="305435" rtl="0" algn="l">
              <a:lnSpc>
                <a:spcPct val="110000"/>
              </a:lnSpc>
              <a:spcBef>
                <a:spcPts val="1000"/>
              </a:spcBef>
              <a:spcAft>
                <a:spcPts val="0"/>
              </a:spcAft>
              <a:buSzPts val="1840"/>
              <a:buChar char="◼"/>
            </a:pPr>
            <a:r>
              <a:rPr lang="en-IN" sz="2000"/>
              <a:t>Future iterations of the system will focus on transitioning to multimodal analysis, enabling the detection of manipulated imagery, videos, and </a:t>
            </a:r>
            <a:r>
              <a:rPr lang="en-IN" sz="2000"/>
              <a:t>deep fakes</a:t>
            </a:r>
            <a:r>
              <a:rPr lang="en-IN" sz="2000"/>
              <a:t> alongside textual content. The platform can be expanded to support multilingual and regional news streams using cross-lingual transformer models like mBERT, broadening its geographic reach. Integrating real-time knowledge graphs, dynamic fact-checking APIs, and lightweight edge deployment through browser extensions will allow users to verify breaking news directly at the point of consumption with minimal latency.</a:t>
            </a:r>
            <a:endParaRPr sz="2000"/>
          </a:p>
          <a:p>
            <a:pPr indent="-206121" lvl="0" marL="305435" rtl="0" algn="l">
              <a:lnSpc>
                <a:spcPct val="110000"/>
              </a:lnSpc>
              <a:spcBef>
                <a:spcPts val="940"/>
              </a:spcBef>
              <a:spcAft>
                <a:spcPts val="0"/>
              </a:spcAft>
              <a:buSzPts val="1564"/>
              <a:buNone/>
            </a:pPr>
            <a:r>
              <a:t/>
            </a:r>
            <a:endParaRPr/>
          </a:p>
        </p:txBody>
      </p:sp>
      <p:sp>
        <p:nvSpPr>
          <p:cNvPr id="148" name="Google Shape;148;p9"/>
          <p:cNvSpPr txBox="1"/>
          <p:nvPr/>
        </p:nvSpPr>
        <p:spPr>
          <a:xfrm>
            <a:off x="535670" y="844659"/>
            <a:ext cx="11029616" cy="530296"/>
          </a:xfrm>
          <a:prstGeom prst="rect">
            <a:avLst/>
          </a:prstGeom>
          <a:noFill/>
          <a:ln>
            <a:noFill/>
          </a:ln>
        </p:spPr>
        <p:txBody>
          <a:bodyPr anchorCtr="0" anchor="b" bIns="45700" lIns="91425" spcFirstLastPara="1" rIns="91425" wrap="square" tIns="45700">
            <a:normAutofit fontScale="75000" lnSpcReduction="20000"/>
          </a:bodyPr>
          <a:lstStyle/>
          <a:p>
            <a:pPr indent="0" lvl="0" marL="0" marR="0" rtl="0" algn="l">
              <a:lnSpc>
                <a:spcPct val="100000"/>
              </a:lnSpc>
              <a:spcBef>
                <a:spcPts val="0"/>
              </a:spcBef>
              <a:spcAft>
                <a:spcPts val="0"/>
              </a:spcAft>
              <a:buClr>
                <a:schemeClr val="accent1"/>
              </a:buClr>
              <a:buSzPct val="100000"/>
              <a:buFont typeface="Arial"/>
              <a:buNone/>
            </a:pPr>
            <a:r>
              <a:rPr b="1" lang="en-IN" sz="4400" cap="none">
                <a:solidFill>
                  <a:schemeClr val="accent1"/>
                </a:solidFill>
                <a:latin typeface="Arial"/>
                <a:ea typeface="Arial"/>
                <a:cs typeface="Arial"/>
                <a:sym typeface="Arial"/>
              </a:rPr>
              <a:t>FUTURE SCOPE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0"/>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IN" sz="4400">
                <a:solidFill>
                  <a:schemeClr val="accent1"/>
                </a:solidFill>
                <a:latin typeface="Arial"/>
                <a:ea typeface="Arial"/>
                <a:cs typeface="Arial"/>
                <a:sym typeface="Arial"/>
              </a:rPr>
              <a:t>REFERENCES</a:t>
            </a:r>
            <a:endParaRPr/>
          </a:p>
        </p:txBody>
      </p:sp>
      <p:sp>
        <p:nvSpPr>
          <p:cNvPr id="154" name="Google Shape;154;p10"/>
          <p:cNvSpPr txBox="1"/>
          <p:nvPr>
            <p:ph idx="1" type="body"/>
          </p:nvPr>
        </p:nvSpPr>
        <p:spPr>
          <a:xfrm>
            <a:off x="581192" y="1302026"/>
            <a:ext cx="11029615" cy="4673324"/>
          </a:xfrm>
          <a:prstGeom prst="rect">
            <a:avLst/>
          </a:prstGeom>
          <a:noFill/>
          <a:ln>
            <a:noFill/>
          </a:ln>
        </p:spPr>
        <p:txBody>
          <a:bodyPr anchorCtr="0" anchor="ctr" bIns="45700" lIns="91425" spcFirstLastPara="1" rIns="91425" wrap="square" tIns="45700">
            <a:normAutofit/>
          </a:bodyPr>
          <a:lstStyle/>
          <a:p>
            <a:pPr indent="-341052" lvl="0" marL="306000" rtl="0" algn="l">
              <a:spcBef>
                <a:spcPts val="1080"/>
              </a:spcBef>
              <a:spcAft>
                <a:spcPts val="0"/>
              </a:spcAft>
              <a:buSzPts val="2208"/>
              <a:buChar char="◼"/>
            </a:pPr>
            <a:r>
              <a:rPr b="1" lang="en-IN" sz="2400"/>
              <a:t>Official Documentation &amp; Frameworks</a:t>
            </a:r>
            <a:endParaRPr b="1" sz="2400"/>
          </a:p>
          <a:p>
            <a:pPr indent="-341052" lvl="0" marL="306000" rtl="0" algn="l">
              <a:spcBef>
                <a:spcPts val="1080"/>
              </a:spcBef>
              <a:spcAft>
                <a:spcPts val="0"/>
              </a:spcAft>
              <a:buSzPts val="2208"/>
              <a:buChar char="◼"/>
            </a:pPr>
            <a:r>
              <a:rPr lang="en-IN" sz="2400"/>
              <a:t>Python Software Foundation. The Python Standard Library — Python 3.14.6 documentation. Referenced for core data structures, text preprocessing, and backend environment configuration.</a:t>
            </a:r>
            <a:endParaRPr sz="2400"/>
          </a:p>
          <a:p>
            <a:pPr indent="-341052" lvl="0" marL="306000" rtl="0" algn="l">
              <a:spcBef>
                <a:spcPts val="1080"/>
              </a:spcBef>
              <a:spcAft>
                <a:spcPts val="0"/>
              </a:spcAft>
              <a:buSzPts val="2208"/>
              <a:buChar char="◼"/>
            </a:pPr>
            <a:r>
              <a:rPr lang="en-IN" sz="2400"/>
              <a:t>Streamlit. </a:t>
            </a:r>
            <a:r>
              <a:rPr lang="en-IN" sz="2400"/>
              <a:t>nanthini moha's</a:t>
            </a:r>
            <a:r>
              <a:rPr lang="en-IN" sz="2400"/>
              <a:t> apps · Streamlit. Utilized as a reference for structuring the interactive web application interface and managing real-time user inputs.</a:t>
            </a:r>
            <a:endParaRPr sz="2400"/>
          </a:p>
          <a:p>
            <a:pPr indent="-305435" lvl="0" marL="305435" rtl="0" algn="l">
              <a:lnSpc>
                <a:spcPct val="110000"/>
              </a:lnSpc>
              <a:spcBef>
                <a:spcPts val="1080"/>
              </a:spcBef>
              <a:spcAft>
                <a:spcPts val="0"/>
              </a:spcAft>
              <a:buSzPts val="2208"/>
              <a:buChar char="◼"/>
            </a:pPr>
            <a:r>
              <a:rPr lang="en-IN" sz="2400" u="sng">
                <a:solidFill>
                  <a:schemeClr val="hlink"/>
                </a:solidFill>
                <a:hlinkClick r:id="rId3"/>
              </a:rPr>
              <a:t>GitHub</a:t>
            </a:r>
            <a:r>
              <a:rPr lang="en-IN" sz="2400"/>
              <a:t>-  https://github.com/AbhishekShah272002/Fake_News_App</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1"/>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IN"/>
              <a:t>DEPLOYMENT LINK / GITHUB LINK</a:t>
            </a:r>
            <a:endParaRPr/>
          </a:p>
        </p:txBody>
      </p:sp>
      <p:sp>
        <p:nvSpPr>
          <p:cNvPr id="160" name="Google Shape;160;p11"/>
          <p:cNvSpPr txBox="1"/>
          <p:nvPr>
            <p:ph idx="1" type="body"/>
          </p:nvPr>
        </p:nvSpPr>
        <p:spPr>
          <a:xfrm>
            <a:off x="581192" y="1302026"/>
            <a:ext cx="11029615" cy="4673324"/>
          </a:xfrm>
          <a:prstGeom prst="rect">
            <a:avLst/>
          </a:prstGeom>
          <a:noFill/>
          <a:ln>
            <a:noFill/>
          </a:ln>
        </p:spPr>
        <p:txBody>
          <a:bodyPr anchorCtr="0" anchor="ctr" bIns="45700" lIns="91425" spcFirstLastPara="1" rIns="91425" wrap="square" tIns="45700">
            <a:normAutofit/>
          </a:bodyPr>
          <a:lstStyle/>
          <a:p>
            <a:pPr indent="-306000" lvl="0" marL="306000" rtl="0" algn="l">
              <a:lnSpc>
                <a:spcPct val="110000"/>
              </a:lnSpc>
              <a:spcBef>
                <a:spcPts val="0"/>
              </a:spcBef>
              <a:spcAft>
                <a:spcPts val="0"/>
              </a:spcAft>
              <a:buSzPts val="1564"/>
              <a:buChar char="◼"/>
            </a:pPr>
            <a:r>
              <a:rPr lang="en-IN"/>
              <a:t>Github Link:  https://github.com/AbhishekShah272002/Fake_News_App</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2"/>
          <p:cNvSpPr txBox="1"/>
          <p:nvPr>
            <p:ph type="title"/>
          </p:nvPr>
        </p:nvSpPr>
        <p:spPr>
          <a:xfrm>
            <a:off x="1463041" y="2766218"/>
            <a:ext cx="9298744" cy="1325563"/>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rgbClr val="002060"/>
              </a:buClr>
              <a:buSzPts val="2800"/>
              <a:buFont typeface="Arial"/>
              <a:buNone/>
            </a:pPr>
            <a:r>
              <a:rPr b="1" lang="en-IN">
                <a:solidFill>
                  <a:srgbClr val="002060"/>
                </a:solidFill>
                <a:latin typeface="Arial"/>
                <a:ea typeface="Arial"/>
                <a:cs typeface="Arial"/>
                <a:sym typeface="Arial"/>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2021-05-26T16:50:10Z</dcterms:created>
  <dc:creator>Vaibhav Ostwal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